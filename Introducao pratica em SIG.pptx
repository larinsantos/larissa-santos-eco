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4"/>
  </p:sldMasterIdLst>
  <p:notesMasterIdLst>
    <p:notesMasterId r:id="rId35"/>
  </p:notesMasterIdLst>
  <p:sldIdLst>
    <p:sldId id="269" r:id="rId5"/>
    <p:sldId id="295" r:id="rId6"/>
    <p:sldId id="270" r:id="rId7"/>
    <p:sldId id="291" r:id="rId8"/>
    <p:sldId id="281" r:id="rId9"/>
    <p:sldId id="290" r:id="rId10"/>
    <p:sldId id="272" r:id="rId11"/>
    <p:sldId id="278" r:id="rId12"/>
    <p:sldId id="275" r:id="rId13"/>
    <p:sldId id="279" r:id="rId14"/>
    <p:sldId id="282" r:id="rId15"/>
    <p:sldId id="277" r:id="rId16"/>
    <p:sldId id="305" r:id="rId17"/>
    <p:sldId id="283" r:id="rId18"/>
    <p:sldId id="273" r:id="rId19"/>
    <p:sldId id="287" r:id="rId20"/>
    <p:sldId id="297" r:id="rId21"/>
    <p:sldId id="298" r:id="rId22"/>
    <p:sldId id="293" r:id="rId23"/>
    <p:sldId id="286" r:id="rId24"/>
    <p:sldId id="303" r:id="rId25"/>
    <p:sldId id="301" r:id="rId26"/>
    <p:sldId id="294" r:id="rId27"/>
    <p:sldId id="288" r:id="rId28"/>
    <p:sldId id="296" r:id="rId29"/>
    <p:sldId id="302" r:id="rId30"/>
    <p:sldId id="299" r:id="rId31"/>
    <p:sldId id="304" r:id="rId32"/>
    <p:sldId id="292" r:id="rId33"/>
    <p:sldId id="300" r:id="rId34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7F7F7F"/>
    <a:srgbClr val="05574A"/>
    <a:srgbClr val="5B9BD5"/>
    <a:srgbClr val="000000"/>
    <a:srgbClr val="D0CECE"/>
    <a:srgbClr val="FF9900"/>
    <a:srgbClr val="70AD47"/>
    <a:srgbClr val="00CC99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EBEAA5-F307-9A64-FD85-6FCF4B64738F}" v="48" dt="2024-12-06T17:42:57.882"/>
    <p1510:client id="{50B79708-33DF-12F8-1288-3B30413BA43D}" v="343" dt="2024-12-06T18:00:45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issa Nascimento dos Santos" userId="S::larissa.santos.terceirizada@icmbio.gov.br::12a4055e-129d-4f80-a52a-a82d6fd4d71c" providerId="AD" clId="Web-{25A7F53F-1CD4-8895-B3B0-DCC5C1AEAB74}"/>
    <pc:docChg chg="modSld sldOrd">
      <pc:chgData name="Larissa Nascimento dos Santos" userId="S::larissa.santos.terceirizada@icmbio.gov.br::12a4055e-129d-4f80-a52a-a82d6fd4d71c" providerId="AD" clId="Web-{25A7F53F-1CD4-8895-B3B0-DCC5C1AEAB74}" dt="2024-10-17T12:51:48.300" v="962"/>
      <pc:docMkLst>
        <pc:docMk/>
      </pc:docMkLst>
      <pc:sldChg chg="modSp">
        <pc:chgData name="Larissa Nascimento dos Santos" userId="S::larissa.santos.terceirizada@icmbio.gov.br::12a4055e-129d-4f80-a52a-a82d6fd4d71c" providerId="AD" clId="Web-{25A7F53F-1CD4-8895-B3B0-DCC5C1AEAB74}" dt="2024-10-17T11:35:37.980" v="235" actId="20577"/>
        <pc:sldMkLst>
          <pc:docMk/>
          <pc:sldMk cId="2378986991" sldId="269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1:35:37.980" v="235" actId="20577"/>
          <ac:spMkLst>
            <pc:docMk/>
            <pc:sldMk cId="2378986991" sldId="269"/>
            <ac:spMk id="127" creationId="{00000000-0000-0000-0000-000000000000}"/>
          </ac:spMkLst>
        </pc:spChg>
      </pc:sldChg>
      <pc:sldChg chg="addSp delSp modSp">
        <pc:chgData name="Larissa Nascimento dos Santos" userId="S::larissa.santos.terceirizada@icmbio.gov.br::12a4055e-129d-4f80-a52a-a82d6fd4d71c" providerId="AD" clId="Web-{25A7F53F-1CD4-8895-B3B0-DCC5C1AEAB74}" dt="2024-10-17T11:39:25.380" v="305" actId="20577"/>
        <pc:sldMkLst>
          <pc:docMk/>
          <pc:sldMk cId="895595032" sldId="270"/>
        </pc:sldMkLst>
        <pc:spChg chg="add mod">
          <ac:chgData name="Larissa Nascimento dos Santos" userId="S::larissa.santos.terceirizada@icmbio.gov.br::12a4055e-129d-4f80-a52a-a82d6fd4d71c" providerId="AD" clId="Web-{25A7F53F-1CD4-8895-B3B0-DCC5C1AEAB74}" dt="2024-10-17T11:39:25.380" v="305" actId="20577"/>
          <ac:spMkLst>
            <pc:docMk/>
            <pc:sldMk cId="895595032" sldId="270"/>
            <ac:spMk id="7" creationId="{D04A3906-8015-275D-8D0B-A3A43A372E62}"/>
          </ac:spMkLst>
        </pc:spChg>
        <pc:spChg chg="del">
          <ac:chgData name="Larissa Nascimento dos Santos" userId="S::larissa.santos.terceirizada@icmbio.gov.br::12a4055e-129d-4f80-a52a-a82d6fd4d71c" providerId="AD" clId="Web-{25A7F53F-1CD4-8895-B3B0-DCC5C1AEAB74}" dt="2024-10-17T11:39:17.333" v="298"/>
          <ac:spMkLst>
            <pc:docMk/>
            <pc:sldMk cId="895595032" sldId="270"/>
            <ac:spMk id="65" creationId="{00000000-0000-0000-0000-000000000000}"/>
          </ac:spMkLst>
        </pc:spChg>
      </pc:sldChg>
      <pc:sldChg chg="ord">
        <pc:chgData name="Larissa Nascimento dos Santos" userId="S::larissa.santos.terceirizada@icmbio.gov.br::12a4055e-129d-4f80-a52a-a82d6fd4d71c" providerId="AD" clId="Web-{25A7F53F-1CD4-8895-B3B0-DCC5C1AEAB74}" dt="2024-10-17T12:51:48.300" v="962"/>
        <pc:sldMkLst>
          <pc:docMk/>
          <pc:sldMk cId="783398486" sldId="272"/>
        </pc:sldMkLst>
      </pc:sldChg>
      <pc:sldChg chg="addSp delSp modSp addAnim delAnim">
        <pc:chgData name="Larissa Nascimento dos Santos" userId="S::larissa.santos.terceirizada@icmbio.gov.br::12a4055e-129d-4f80-a52a-a82d6fd4d71c" providerId="AD" clId="Web-{25A7F53F-1CD4-8895-B3B0-DCC5C1AEAB74}" dt="2024-10-17T12:37:50.016" v="959" actId="20577"/>
        <pc:sldMkLst>
          <pc:docMk/>
          <pc:sldMk cId="1310191555" sldId="273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1:35:27.011" v="233" actId="20577"/>
          <ac:spMkLst>
            <pc:docMk/>
            <pc:sldMk cId="1310191555" sldId="273"/>
            <ac:spMk id="4" creationId="{00000000-0000-0000-0000-000000000000}"/>
          </ac:spMkLst>
        </pc:spChg>
        <pc:spChg chg="mod ord">
          <ac:chgData name="Larissa Nascimento dos Santos" userId="S::larissa.santos.terceirizada@icmbio.gov.br::12a4055e-129d-4f80-a52a-a82d6fd4d71c" providerId="AD" clId="Web-{25A7F53F-1CD4-8895-B3B0-DCC5C1AEAB74}" dt="2024-10-17T12:37:50.016" v="959" actId="20577"/>
          <ac:spMkLst>
            <pc:docMk/>
            <pc:sldMk cId="1310191555" sldId="273"/>
            <ac:spMk id="6" creationId="{00000000-0000-0000-0000-000000000000}"/>
          </ac:spMkLst>
        </pc:spChg>
        <pc:spChg chg="del topLvl">
          <ac:chgData name="Larissa Nascimento dos Santos" userId="S::larissa.santos.terceirizada@icmbio.gov.br::12a4055e-129d-4f80-a52a-a82d6fd4d71c" providerId="AD" clId="Web-{25A7F53F-1CD4-8895-B3B0-DCC5C1AEAB74}" dt="2024-10-17T11:30:38.672" v="138"/>
          <ac:spMkLst>
            <pc:docMk/>
            <pc:sldMk cId="1310191555" sldId="273"/>
            <ac:spMk id="7" creationId="{0F00389B-7AE3-17CF-66D1-680750AD730F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2:30:50.156" v="911" actId="1076"/>
          <ac:spMkLst>
            <pc:docMk/>
            <pc:sldMk cId="1310191555" sldId="273"/>
            <ac:spMk id="14" creationId="{00000000-0000-0000-0000-000000000000}"/>
          </ac:spMkLst>
        </pc:spChg>
        <pc:spChg chg="add mod">
          <ac:chgData name="Larissa Nascimento dos Santos" userId="S::larissa.santos.terceirizada@icmbio.gov.br::12a4055e-129d-4f80-a52a-a82d6fd4d71c" providerId="AD" clId="Web-{25A7F53F-1CD4-8895-B3B0-DCC5C1AEAB74}" dt="2024-10-17T12:36:48.780" v="951" actId="1076"/>
          <ac:spMkLst>
            <pc:docMk/>
            <pc:sldMk cId="1310191555" sldId="273"/>
            <ac:spMk id="17" creationId="{5E53E66F-AD4A-6C51-0FC1-B1C43B2DEFBD}"/>
          </ac:spMkLst>
        </pc:spChg>
        <pc:spChg chg="del">
          <ac:chgData name="Larissa Nascimento dos Santos" userId="S::larissa.santos.terceirizada@icmbio.gov.br::12a4055e-129d-4f80-a52a-a82d6fd4d71c" providerId="AD" clId="Web-{25A7F53F-1CD4-8895-B3B0-DCC5C1AEAB74}" dt="2024-10-17T11:30:38.859" v="141"/>
          <ac:spMkLst>
            <pc:docMk/>
            <pc:sldMk cId="1310191555" sldId="273"/>
            <ac:spMk id="24" creationId="{00000000-0000-0000-0000-000000000000}"/>
          </ac:spMkLst>
        </pc:spChg>
        <pc:spChg chg="del mod">
          <ac:chgData name="Larissa Nascimento dos Santos" userId="S::larissa.santos.terceirizada@icmbio.gov.br::12a4055e-129d-4f80-a52a-a82d6fd4d71c" providerId="AD" clId="Web-{25A7F53F-1CD4-8895-B3B0-DCC5C1AEAB74}" dt="2024-10-17T11:32:03.269" v="188"/>
          <ac:spMkLst>
            <pc:docMk/>
            <pc:sldMk cId="1310191555" sldId="273"/>
            <ac:spMk id="26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25A7F53F-1CD4-8895-B3B0-DCC5C1AEAB74}" dt="2024-10-17T11:30:39.047" v="144"/>
          <ac:spMkLst>
            <pc:docMk/>
            <pc:sldMk cId="1310191555" sldId="273"/>
            <ac:spMk id="28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25A7F53F-1CD4-8895-B3B0-DCC5C1AEAB74}" dt="2024-10-17T11:30:38.672" v="139"/>
          <ac:spMkLst>
            <pc:docMk/>
            <pc:sldMk cId="1310191555" sldId="273"/>
            <ac:spMk id="32" creationId="{00000000-0000-0000-0000-000000000000}"/>
          </ac:spMkLst>
        </pc:spChg>
        <pc:spChg chg="mod topLvl">
          <ac:chgData name="Larissa Nascimento dos Santos" userId="S::larissa.santos.terceirizada@icmbio.gov.br::12a4055e-129d-4f80-a52a-a82d6fd4d71c" providerId="AD" clId="Web-{25A7F53F-1CD4-8895-B3B0-DCC5C1AEAB74}" dt="2024-10-17T11:35:31.136" v="234" actId="20577"/>
          <ac:spMkLst>
            <pc:docMk/>
            <pc:sldMk cId="1310191555" sldId="273"/>
            <ac:spMk id="38" creationId="{00000000-0000-0000-0000-000000000000}"/>
          </ac:spMkLst>
        </pc:spChg>
        <pc:grpChg chg="del">
          <ac:chgData name="Larissa Nascimento dos Santos" userId="S::larissa.santos.terceirizada@icmbio.gov.br::12a4055e-129d-4f80-a52a-a82d6fd4d71c" providerId="AD" clId="Web-{25A7F53F-1CD4-8895-B3B0-DCC5C1AEAB74}" dt="2024-10-17T11:30:39" v="143"/>
          <ac:grpSpMkLst>
            <pc:docMk/>
            <pc:sldMk cId="1310191555" sldId="273"/>
            <ac:grpSpMk id="2" creationId="{00000000-0000-0000-0000-000000000000}"/>
          </ac:grpSpMkLst>
        </pc:grpChg>
        <pc:grpChg chg="del mod">
          <ac:chgData name="Larissa Nascimento dos Santos" userId="S::larissa.santos.terceirizada@icmbio.gov.br::12a4055e-129d-4f80-a52a-a82d6fd4d71c" providerId="AD" clId="Web-{25A7F53F-1CD4-8895-B3B0-DCC5C1AEAB74}" dt="2024-10-17T12:31:07.750" v="912"/>
          <ac:grpSpMkLst>
            <pc:docMk/>
            <pc:sldMk cId="1310191555" sldId="273"/>
            <ac:grpSpMk id="3" creationId="{00000000-0000-0000-0000-000000000000}"/>
          </ac:grpSpMkLst>
        </pc:grpChg>
        <pc:grpChg chg="del topLvl">
          <ac:chgData name="Larissa Nascimento dos Santos" userId="S::larissa.santos.terceirizada@icmbio.gov.br::12a4055e-129d-4f80-a52a-a82d6fd4d71c" providerId="AD" clId="Web-{25A7F53F-1CD4-8895-B3B0-DCC5C1AEAB74}" dt="2024-10-17T11:32:16.082" v="189"/>
          <ac:grpSpMkLst>
            <pc:docMk/>
            <pc:sldMk cId="1310191555" sldId="273"/>
            <ac:grpSpMk id="5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25A7F53F-1CD4-8895-B3B0-DCC5C1AEAB74}" dt="2024-10-17T11:30:39.047" v="144"/>
          <ac:grpSpMkLst>
            <pc:docMk/>
            <pc:sldMk cId="1310191555" sldId="273"/>
            <ac:grpSpMk id="8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25A7F53F-1CD4-8895-B3B0-DCC5C1AEAB74}" dt="2024-10-17T11:30:38.672" v="138"/>
          <ac:grpSpMkLst>
            <pc:docMk/>
            <pc:sldMk cId="1310191555" sldId="273"/>
            <ac:grpSpMk id="16" creationId="{CB14F728-F68B-7A91-0F55-9F381A31AB40}"/>
          </ac:grpSpMkLst>
        </pc:grpChg>
        <pc:grpChg chg="del">
          <ac:chgData name="Larissa Nascimento dos Santos" userId="S::larissa.santos.terceirizada@icmbio.gov.br::12a4055e-129d-4f80-a52a-a82d6fd4d71c" providerId="AD" clId="Web-{25A7F53F-1CD4-8895-B3B0-DCC5C1AEAB74}" dt="2024-10-17T11:32:03.269" v="188"/>
          <ac:grpSpMkLst>
            <pc:docMk/>
            <pc:sldMk cId="1310191555" sldId="273"/>
            <ac:grpSpMk id="27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25A7F53F-1CD4-8895-B3B0-DCC5C1AEAB74}" dt="2024-10-17T11:30:38.859" v="141"/>
          <ac:grpSpMkLst>
            <pc:docMk/>
            <pc:sldMk cId="1310191555" sldId="273"/>
            <ac:grpSpMk id="33" creationId="{00000000-0000-0000-0000-000000000000}"/>
          </ac:grpSpMkLst>
        </pc:grpChg>
        <pc:picChg chg="mod topLvl">
          <ac:chgData name="Larissa Nascimento dos Santos" userId="S::larissa.santos.terceirizada@icmbio.gov.br::12a4055e-129d-4f80-a52a-a82d6fd4d71c" providerId="AD" clId="Web-{25A7F53F-1CD4-8895-B3B0-DCC5C1AEAB74}" dt="2024-10-17T12:32:46.723" v="921" actId="1076"/>
          <ac:picMkLst>
            <pc:docMk/>
            <pc:sldMk cId="1310191555" sldId="273"/>
            <ac:picMk id="10" creationId="{00000000-0000-0000-0000-000000000000}"/>
          </ac:picMkLst>
        </pc:picChg>
        <pc:picChg chg="mod topLvl">
          <ac:chgData name="Larissa Nascimento dos Santos" userId="S::larissa.santos.terceirizada@icmbio.gov.br::12a4055e-129d-4f80-a52a-a82d6fd4d71c" providerId="AD" clId="Web-{25A7F53F-1CD4-8895-B3B0-DCC5C1AEAB74}" dt="2024-10-17T12:32:38.598" v="920" actId="1076"/>
          <ac:picMkLst>
            <pc:docMk/>
            <pc:sldMk cId="1310191555" sldId="273"/>
            <ac:picMk id="11" creationId="{00000000-0000-0000-0000-000000000000}"/>
          </ac:picMkLst>
        </pc:picChg>
        <pc:picChg chg="mod topLvl">
          <ac:chgData name="Larissa Nascimento dos Santos" userId="S::larissa.santos.terceirizada@icmbio.gov.br::12a4055e-129d-4f80-a52a-a82d6fd4d71c" providerId="AD" clId="Web-{25A7F53F-1CD4-8895-B3B0-DCC5C1AEAB74}" dt="2024-10-17T12:31:45.299" v="915" actId="14100"/>
          <ac:picMkLst>
            <pc:docMk/>
            <pc:sldMk cId="1310191555" sldId="273"/>
            <ac:picMk id="12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25A7F53F-1CD4-8895-B3B0-DCC5C1AEAB74}" dt="2024-10-17T11:30:39" v="143"/>
          <ac:picMkLst>
            <pc:docMk/>
            <pc:sldMk cId="1310191555" sldId="273"/>
            <ac:picMk id="22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25A7F53F-1CD4-8895-B3B0-DCC5C1AEAB74}" dt="2024-10-17T11:30:38.937" v="142"/>
          <ac:picMkLst>
            <pc:docMk/>
            <pc:sldMk cId="1310191555" sldId="273"/>
            <ac:picMk id="23" creationId="{00000000-0000-0000-0000-000000000000}"/>
          </ac:picMkLst>
        </pc:picChg>
        <pc:picChg chg="mod topLvl">
          <ac:chgData name="Larissa Nascimento dos Santos" userId="S::larissa.santos.terceirizada@icmbio.gov.br::12a4055e-129d-4f80-a52a-a82d6fd4d71c" providerId="AD" clId="Web-{25A7F53F-1CD4-8895-B3B0-DCC5C1AEAB74}" dt="2024-10-17T11:34:45.634" v="230" actId="1076"/>
          <ac:picMkLst>
            <pc:docMk/>
            <pc:sldMk cId="1310191555" sldId="273"/>
            <ac:picMk id="25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25A7F53F-1CD4-8895-B3B0-DCC5C1AEAB74}" dt="2024-10-17T11:30:38.765" v="140"/>
          <ac:picMkLst>
            <pc:docMk/>
            <pc:sldMk cId="1310191555" sldId="273"/>
            <ac:picMk id="31" creationId="{00000000-0000-0000-0000-000000000000}"/>
          </ac:picMkLst>
        </pc:picChg>
      </pc:sldChg>
      <pc:sldChg chg="modSp ord">
        <pc:chgData name="Larissa Nascimento dos Santos" userId="S::larissa.santos.terceirizada@icmbio.gov.br::12a4055e-129d-4f80-a52a-a82d6fd4d71c" providerId="AD" clId="Web-{25A7F53F-1CD4-8895-B3B0-DCC5C1AEAB74}" dt="2024-10-17T12:51:48.300" v="960"/>
        <pc:sldMkLst>
          <pc:docMk/>
          <pc:sldMk cId="3807945547" sldId="275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1:42:56.826" v="332" actId="20577"/>
          <ac:spMkLst>
            <pc:docMk/>
            <pc:sldMk cId="3807945547" sldId="275"/>
            <ac:spMk id="12" creationId="{00000000-0000-0000-0000-000000000000}"/>
          </ac:spMkLst>
        </pc:spChg>
      </pc:sldChg>
      <pc:sldChg chg="ord">
        <pc:chgData name="Larissa Nascimento dos Santos" userId="S::larissa.santos.terceirizada@icmbio.gov.br::12a4055e-129d-4f80-a52a-a82d6fd4d71c" providerId="AD" clId="Web-{25A7F53F-1CD4-8895-B3B0-DCC5C1AEAB74}" dt="2024-10-17T12:51:48.300" v="961"/>
        <pc:sldMkLst>
          <pc:docMk/>
          <pc:sldMk cId="164366635" sldId="278"/>
        </pc:sldMkLst>
      </pc:sldChg>
      <pc:sldChg chg="addSp delSp modSp">
        <pc:chgData name="Larissa Nascimento dos Santos" userId="S::larissa.santos.terceirizada@icmbio.gov.br::12a4055e-129d-4f80-a52a-a82d6fd4d71c" providerId="AD" clId="Web-{25A7F53F-1CD4-8895-B3B0-DCC5C1AEAB74}" dt="2024-10-17T12:00:56.643" v="464"/>
        <pc:sldMkLst>
          <pc:docMk/>
          <pc:sldMk cId="617265369" sldId="279"/>
        </pc:sldMkLst>
        <pc:picChg chg="add del mod">
          <ac:chgData name="Larissa Nascimento dos Santos" userId="S::larissa.santos.terceirizada@icmbio.gov.br::12a4055e-129d-4f80-a52a-a82d6fd4d71c" providerId="AD" clId="Web-{25A7F53F-1CD4-8895-B3B0-DCC5C1AEAB74}" dt="2024-10-17T12:00:56.643" v="464"/>
          <ac:picMkLst>
            <pc:docMk/>
            <pc:sldMk cId="617265369" sldId="279"/>
            <ac:picMk id="2" creationId="{372FA02D-2B04-E7F3-D4B0-77E188980BBA}"/>
          </ac:picMkLst>
        </pc:picChg>
      </pc:sldChg>
      <pc:sldChg chg="addSp delSp modSp">
        <pc:chgData name="Larissa Nascimento dos Santos" userId="S::larissa.santos.terceirizada@icmbio.gov.br::12a4055e-129d-4f80-a52a-a82d6fd4d71c" providerId="AD" clId="Web-{25A7F53F-1CD4-8895-B3B0-DCC5C1AEAB74}" dt="2024-10-17T11:42:09.152" v="329" actId="1076"/>
        <pc:sldMkLst>
          <pc:docMk/>
          <pc:sldMk cId="2922826365" sldId="281"/>
        </pc:sldMkLst>
        <pc:spChg chg="del mod">
          <ac:chgData name="Larissa Nascimento dos Santos" userId="S::larissa.santos.terceirizada@icmbio.gov.br::12a4055e-129d-4f80-a52a-a82d6fd4d71c" providerId="AD" clId="Web-{25A7F53F-1CD4-8895-B3B0-DCC5C1AEAB74}" dt="2024-10-17T11:40:54.634" v="317"/>
          <ac:spMkLst>
            <pc:docMk/>
            <pc:sldMk cId="2922826365" sldId="281"/>
            <ac:spMk id="2" creationId="{00000000-0000-0000-0000-000000000000}"/>
          </ac:spMkLst>
        </pc:spChg>
        <pc:spChg chg="add">
          <ac:chgData name="Larissa Nascimento dos Santos" userId="S::larissa.santos.terceirizada@icmbio.gov.br::12a4055e-129d-4f80-a52a-a82d6fd4d71c" providerId="AD" clId="Web-{25A7F53F-1CD4-8895-B3B0-DCC5C1AEAB74}" dt="2024-10-17T11:39:10.770" v="297"/>
          <ac:spMkLst>
            <pc:docMk/>
            <pc:sldMk cId="2922826365" sldId="281"/>
            <ac:spMk id="9" creationId="{C3FF8161-2907-7615-856D-95145F65B0DF}"/>
          </ac:spMkLst>
        </pc:spChg>
        <pc:spChg chg="del">
          <ac:chgData name="Larissa Nascimento dos Santos" userId="S::larissa.santos.terceirizada@icmbio.gov.br::12a4055e-129d-4f80-a52a-a82d6fd4d71c" providerId="AD" clId="Web-{25A7F53F-1CD4-8895-B3B0-DCC5C1AEAB74}" dt="2024-10-17T11:39:09.317" v="296"/>
          <ac:spMkLst>
            <pc:docMk/>
            <pc:sldMk cId="2922826365" sldId="281"/>
            <ac:spMk id="30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1:42:09.152" v="329" actId="1076"/>
          <ac:spMkLst>
            <pc:docMk/>
            <pc:sldMk cId="2922826365" sldId="281"/>
            <ac:spMk id="115" creationId="{00000000-0000-0000-0000-000000000000}"/>
          </ac:spMkLst>
        </pc:spChg>
        <pc:grpChg chg="mod">
          <ac:chgData name="Larissa Nascimento dos Santos" userId="S::larissa.santos.terceirizada@icmbio.gov.br::12a4055e-129d-4f80-a52a-a82d6fd4d71c" providerId="AD" clId="Web-{25A7F53F-1CD4-8895-B3B0-DCC5C1AEAB74}" dt="2024-10-17T11:41:09.587" v="319" actId="14100"/>
          <ac:grpSpMkLst>
            <pc:docMk/>
            <pc:sldMk cId="2922826365" sldId="281"/>
            <ac:grpSpMk id="116" creationId="{00000000-0000-0000-0000-000000000000}"/>
          </ac:grpSpMkLst>
        </pc:grpChg>
        <pc:picChg chg="mod">
          <ac:chgData name="Larissa Nascimento dos Santos" userId="S::larissa.santos.terceirizada@icmbio.gov.br::12a4055e-129d-4f80-a52a-a82d6fd4d71c" providerId="AD" clId="Web-{25A7F53F-1CD4-8895-B3B0-DCC5C1AEAB74}" dt="2024-10-17T11:41:19.994" v="323" actId="1076"/>
          <ac:picMkLst>
            <pc:docMk/>
            <pc:sldMk cId="2922826365" sldId="281"/>
            <ac:picMk id="6" creationId="{FDC3E6E0-C242-FEC4-99CF-5CECD38E1729}"/>
          </ac:picMkLst>
        </pc:picChg>
      </pc:sldChg>
      <pc:sldChg chg="modSp">
        <pc:chgData name="Larissa Nascimento dos Santos" userId="S::larissa.santos.terceirizada@icmbio.gov.br::12a4055e-129d-4f80-a52a-a82d6fd4d71c" providerId="AD" clId="Web-{25A7F53F-1CD4-8895-B3B0-DCC5C1AEAB74}" dt="2024-10-17T12:00:25.282" v="462" actId="20577"/>
        <pc:sldMkLst>
          <pc:docMk/>
          <pc:sldMk cId="2030754578" sldId="282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2:00:25.282" v="462" actId="20577"/>
          <ac:spMkLst>
            <pc:docMk/>
            <pc:sldMk cId="2030754578" sldId="282"/>
            <ac:spMk id="17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1:58:10.726" v="435" actId="1076"/>
          <ac:spMkLst>
            <pc:docMk/>
            <pc:sldMk cId="2030754578" sldId="282"/>
            <ac:spMk id="34" creationId="{00000000-0000-0000-0000-000000000000}"/>
          </ac:spMkLst>
        </pc:spChg>
        <pc:picChg chg="mod">
          <ac:chgData name="Larissa Nascimento dos Santos" userId="S::larissa.santos.terceirizada@icmbio.gov.br::12a4055e-129d-4f80-a52a-a82d6fd4d71c" providerId="AD" clId="Web-{25A7F53F-1CD4-8895-B3B0-DCC5C1AEAB74}" dt="2024-10-17T11:58:40.368" v="454" actId="1076"/>
          <ac:picMkLst>
            <pc:docMk/>
            <pc:sldMk cId="2030754578" sldId="282"/>
            <ac:picMk id="2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1:58:27.227" v="448" actId="1076"/>
          <ac:picMkLst>
            <pc:docMk/>
            <pc:sldMk cId="2030754578" sldId="282"/>
            <ac:picMk id="12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1:58:27.305" v="449" actId="1076"/>
          <ac:picMkLst>
            <pc:docMk/>
            <pc:sldMk cId="2030754578" sldId="282"/>
            <ac:picMk id="13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1:58:27.383" v="450" actId="1076"/>
          <ac:picMkLst>
            <pc:docMk/>
            <pc:sldMk cId="2030754578" sldId="282"/>
            <ac:picMk id="14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1:58:27.461" v="451" actId="1076"/>
          <ac:picMkLst>
            <pc:docMk/>
            <pc:sldMk cId="2030754578" sldId="282"/>
            <ac:picMk id="15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1:58:27.555" v="452" actId="1076"/>
          <ac:picMkLst>
            <pc:docMk/>
            <pc:sldMk cId="2030754578" sldId="282"/>
            <ac:picMk id="16" creationId="{00000000-0000-0000-0000-000000000000}"/>
          </ac:picMkLst>
        </pc:picChg>
      </pc:sldChg>
      <pc:sldChg chg="delSp modSp delAnim">
        <pc:chgData name="Larissa Nascimento dos Santos" userId="S::larissa.santos.terceirizada@icmbio.gov.br::12a4055e-129d-4f80-a52a-a82d6fd4d71c" providerId="AD" clId="Web-{25A7F53F-1CD4-8895-B3B0-DCC5C1AEAB74}" dt="2024-10-17T12:11:50.513" v="653" actId="1076"/>
        <pc:sldMkLst>
          <pc:docMk/>
          <pc:sldMk cId="1575787164" sldId="283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2:03:41.400" v="506" actId="20577"/>
          <ac:spMkLst>
            <pc:docMk/>
            <pc:sldMk cId="1575787164" sldId="283"/>
            <ac:spMk id="5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2:07:00.236" v="600" actId="20577"/>
          <ac:spMkLst>
            <pc:docMk/>
            <pc:sldMk cId="1575787164" sldId="283"/>
            <ac:spMk id="6" creationId="{00000000-0000-0000-0000-000000000000}"/>
          </ac:spMkLst>
        </pc:spChg>
        <pc:spChg chg="del mod">
          <ac:chgData name="Larissa Nascimento dos Santos" userId="S::larissa.santos.terceirizada@icmbio.gov.br::12a4055e-129d-4f80-a52a-a82d6fd4d71c" providerId="AD" clId="Web-{25A7F53F-1CD4-8895-B3B0-DCC5C1AEAB74}" dt="2024-10-17T11:48:09.233" v="379"/>
          <ac:spMkLst>
            <pc:docMk/>
            <pc:sldMk cId="1575787164" sldId="283"/>
            <ac:spMk id="10" creationId="{00000000-0000-0000-0000-000000000000}"/>
          </ac:spMkLst>
        </pc:spChg>
        <pc:picChg chg="mod">
          <ac:chgData name="Larissa Nascimento dos Santos" userId="S::larissa.santos.terceirizada@icmbio.gov.br::12a4055e-129d-4f80-a52a-a82d6fd4d71c" providerId="AD" clId="Web-{25A7F53F-1CD4-8895-B3B0-DCC5C1AEAB74}" dt="2024-10-17T12:11:50.513" v="653" actId="1076"/>
          <ac:picMkLst>
            <pc:docMk/>
            <pc:sldMk cId="1575787164" sldId="283"/>
            <ac:picMk id="2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2:07:07.767" v="603" actId="1076"/>
          <ac:picMkLst>
            <pc:docMk/>
            <pc:sldMk cId="1575787164" sldId="283"/>
            <ac:picMk id="27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2:07:07.783" v="604" actId="1076"/>
          <ac:picMkLst>
            <pc:docMk/>
            <pc:sldMk cId="1575787164" sldId="283"/>
            <ac:picMk id="28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25A7F53F-1CD4-8895-B3B0-DCC5C1AEAB74}" dt="2024-10-17T11:47:07.278" v="357"/>
          <ac:picMkLst>
            <pc:docMk/>
            <pc:sldMk cId="1575787164" sldId="283"/>
            <ac:picMk id="29" creationId="{00000000-0000-0000-0000-000000000000}"/>
          </ac:picMkLst>
        </pc:picChg>
      </pc:sldChg>
      <pc:sldChg chg="modSp">
        <pc:chgData name="Larissa Nascimento dos Santos" userId="S::larissa.santos.terceirizada@icmbio.gov.br::12a4055e-129d-4f80-a52a-a82d6fd4d71c" providerId="AD" clId="Web-{25A7F53F-1CD4-8895-B3B0-DCC5C1AEAB74}" dt="2024-10-17T12:09:26.663" v="651" actId="1076"/>
        <pc:sldMkLst>
          <pc:docMk/>
          <pc:sldMk cId="1698386632" sldId="286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2:09:18.788" v="650" actId="20577"/>
          <ac:spMkLst>
            <pc:docMk/>
            <pc:sldMk cId="1698386632" sldId="286"/>
            <ac:spMk id="6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1:51:23.413" v="393" actId="20577"/>
          <ac:spMkLst>
            <pc:docMk/>
            <pc:sldMk cId="1698386632" sldId="286"/>
            <ac:spMk id="15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2:09:26.663" v="651" actId="1076"/>
          <ac:spMkLst>
            <pc:docMk/>
            <pc:sldMk cId="1698386632" sldId="286"/>
            <ac:spMk id="40" creationId="{00000000-0000-0000-0000-000000000000}"/>
          </ac:spMkLst>
        </pc:spChg>
      </pc:sldChg>
      <pc:sldChg chg="addSp delSp modSp">
        <pc:chgData name="Larissa Nascimento dos Santos" userId="S::larissa.santos.terceirizada@icmbio.gov.br::12a4055e-129d-4f80-a52a-a82d6fd4d71c" providerId="AD" clId="Web-{25A7F53F-1CD4-8895-B3B0-DCC5C1AEAB74}" dt="2024-10-17T12:08:31.974" v="641" actId="14100"/>
        <pc:sldMkLst>
          <pc:docMk/>
          <pc:sldMk cId="4049512512" sldId="287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2:08:31.974" v="641" actId="14100"/>
          <ac:spMkLst>
            <pc:docMk/>
            <pc:sldMk cId="4049512512" sldId="287"/>
            <ac:spMk id="14" creationId="{00000000-0000-0000-0000-000000000000}"/>
          </ac:spMkLst>
        </pc:spChg>
        <pc:picChg chg="del mod">
          <ac:chgData name="Larissa Nascimento dos Santos" userId="S::larissa.santos.terceirizada@icmbio.gov.br::12a4055e-129d-4f80-a52a-a82d6fd4d71c" providerId="AD" clId="Web-{25A7F53F-1CD4-8895-B3B0-DCC5C1AEAB74}" dt="2024-10-17T12:01:28.144" v="469"/>
          <ac:picMkLst>
            <pc:docMk/>
            <pc:sldMk cId="4049512512" sldId="287"/>
            <ac:picMk id="2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25A7F53F-1CD4-8895-B3B0-DCC5C1AEAB74}" dt="2024-10-17T11:54:05.857" v="396"/>
          <ac:picMkLst>
            <pc:docMk/>
            <pc:sldMk cId="4049512512" sldId="287"/>
            <ac:picMk id="3" creationId="{00000000-0000-0000-0000-000000000000}"/>
          </ac:picMkLst>
        </pc:picChg>
        <pc:picChg chg="add mod modCrop">
          <ac:chgData name="Larissa Nascimento dos Santos" userId="S::larissa.santos.terceirizada@icmbio.gov.br::12a4055e-129d-4f80-a52a-a82d6fd4d71c" providerId="AD" clId="Web-{25A7F53F-1CD4-8895-B3B0-DCC5C1AEAB74}" dt="2024-10-17T11:54:56.578" v="406"/>
          <ac:picMkLst>
            <pc:docMk/>
            <pc:sldMk cId="4049512512" sldId="287"/>
            <ac:picMk id="6" creationId="{DE26C2F6-2D82-9DD5-B83A-C065E24D67CA}"/>
          </ac:picMkLst>
        </pc:picChg>
        <pc:picChg chg="add mod ord">
          <ac:chgData name="Larissa Nascimento dos Santos" userId="S::larissa.santos.terceirizada@icmbio.gov.br::12a4055e-129d-4f80-a52a-a82d6fd4d71c" providerId="AD" clId="Web-{25A7F53F-1CD4-8895-B3B0-DCC5C1AEAB74}" dt="2024-10-17T11:55:07.062" v="408" actId="1076"/>
          <ac:picMkLst>
            <pc:docMk/>
            <pc:sldMk cId="4049512512" sldId="287"/>
            <ac:picMk id="7" creationId="{FA63D8CB-E8EE-FF61-EF6A-6BDA92DC9B20}"/>
          </ac:picMkLst>
        </pc:picChg>
        <pc:picChg chg="add mod ord">
          <ac:chgData name="Larissa Nascimento dos Santos" userId="S::larissa.santos.terceirizada@icmbio.gov.br::12a4055e-129d-4f80-a52a-a82d6fd4d71c" providerId="AD" clId="Web-{25A7F53F-1CD4-8895-B3B0-DCC5C1AEAB74}" dt="2024-10-17T12:01:25.785" v="468"/>
          <ac:picMkLst>
            <pc:docMk/>
            <pc:sldMk cId="4049512512" sldId="287"/>
            <ac:picMk id="8" creationId="{EBCB0423-79E1-D239-F8B4-3807E8755B2C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1:54:45.874" v="404" actId="1076"/>
          <ac:picMkLst>
            <pc:docMk/>
            <pc:sldMk cId="4049512512" sldId="287"/>
            <ac:picMk id="26" creationId="{00000000-0000-0000-0000-000000000000}"/>
          </ac:picMkLst>
        </pc:picChg>
      </pc:sldChg>
      <pc:sldChg chg="modSp">
        <pc:chgData name="Larissa Nascimento dos Santos" userId="S::larissa.santos.terceirizada@icmbio.gov.br::12a4055e-129d-4f80-a52a-a82d6fd4d71c" providerId="AD" clId="Web-{25A7F53F-1CD4-8895-B3B0-DCC5C1AEAB74}" dt="2024-10-17T12:36:01.965" v="943" actId="20577"/>
        <pc:sldMkLst>
          <pc:docMk/>
          <pc:sldMk cId="1100162360" sldId="288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2:36:01.965" v="943" actId="20577"/>
          <ac:spMkLst>
            <pc:docMk/>
            <pc:sldMk cId="1100162360" sldId="288"/>
            <ac:spMk id="139" creationId="{00000000-0000-0000-0000-000000000000}"/>
          </ac:spMkLst>
        </pc:spChg>
      </pc:sldChg>
      <pc:sldChg chg="modSp">
        <pc:chgData name="Larissa Nascimento dos Santos" userId="S::larissa.santos.terceirizada@icmbio.gov.br::12a4055e-129d-4f80-a52a-a82d6fd4d71c" providerId="AD" clId="Web-{25A7F53F-1CD4-8895-B3B0-DCC5C1AEAB74}" dt="2024-10-17T12:34:58.072" v="936" actId="1076"/>
        <pc:sldMkLst>
          <pc:docMk/>
          <pc:sldMk cId="2411933051" sldId="289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2:06:47.485" v="597" actId="20577"/>
          <ac:spMkLst>
            <pc:docMk/>
            <pc:sldMk cId="2411933051" sldId="289"/>
            <ac:spMk id="6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2:33:46.132" v="927" actId="1076"/>
          <ac:spMkLst>
            <pc:docMk/>
            <pc:sldMk cId="2411933051" sldId="289"/>
            <ac:spMk id="25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2:34:58.072" v="936" actId="1076"/>
          <ac:spMkLst>
            <pc:docMk/>
            <pc:sldMk cId="2411933051" sldId="289"/>
            <ac:spMk id="36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25A7F53F-1CD4-8895-B3B0-DCC5C1AEAB74}" dt="2024-10-17T12:11:11.839" v="652" actId="1076"/>
          <ac:spMkLst>
            <pc:docMk/>
            <pc:sldMk cId="2411933051" sldId="289"/>
            <ac:spMk id="60" creationId="{00000000-0000-0000-0000-000000000000}"/>
          </ac:spMkLst>
        </pc:spChg>
        <pc:grpChg chg="mod">
          <ac:chgData name="Larissa Nascimento dos Santos" userId="S::larissa.santos.terceirizada@icmbio.gov.br::12a4055e-129d-4f80-a52a-a82d6fd4d71c" providerId="AD" clId="Web-{25A7F53F-1CD4-8895-B3B0-DCC5C1AEAB74}" dt="2024-10-17T12:34:52.306" v="935" actId="1076"/>
          <ac:grpSpMkLst>
            <pc:docMk/>
            <pc:sldMk cId="2411933051" sldId="289"/>
            <ac:grpSpMk id="3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25A7F53F-1CD4-8895-B3B0-DCC5C1AEAB74}" dt="2024-10-17T12:33:59.413" v="929" actId="1076"/>
          <ac:grpSpMkLst>
            <pc:docMk/>
            <pc:sldMk cId="2411933051" sldId="289"/>
            <ac:grpSpMk id="24" creationId="{00000000-0000-0000-0000-000000000000}"/>
          </ac:grpSpMkLst>
        </pc:grpChg>
        <pc:picChg chg="mod">
          <ac:chgData name="Larissa Nascimento dos Santos" userId="S::larissa.santos.terceirizada@icmbio.gov.br::12a4055e-129d-4f80-a52a-a82d6fd4d71c" providerId="AD" clId="Web-{25A7F53F-1CD4-8895-B3B0-DCC5C1AEAB74}" dt="2024-10-17T12:34:33.040" v="932" actId="1076"/>
          <ac:picMkLst>
            <pc:docMk/>
            <pc:sldMk cId="2411933051" sldId="289"/>
            <ac:picMk id="2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2:34:07.992" v="930" actId="1076"/>
          <ac:picMkLst>
            <pc:docMk/>
            <pc:sldMk cId="2411933051" sldId="289"/>
            <ac:picMk id="63" creationId="{00000000-0000-0000-0000-000000000000}"/>
          </ac:picMkLst>
        </pc:picChg>
      </pc:sldChg>
      <pc:sldChg chg="addSp delSp modSp">
        <pc:chgData name="Larissa Nascimento dos Santos" userId="S::larissa.santos.terceirizada@icmbio.gov.br::12a4055e-129d-4f80-a52a-a82d6fd4d71c" providerId="AD" clId="Web-{25A7F53F-1CD4-8895-B3B0-DCC5C1AEAB74}" dt="2024-10-17T11:41:42.448" v="327" actId="1076"/>
        <pc:sldMkLst>
          <pc:docMk/>
          <pc:sldMk cId="2118194667" sldId="290"/>
        </pc:sldMkLst>
        <pc:picChg chg="add">
          <ac:chgData name="Larissa Nascimento dos Santos" userId="S::larissa.santos.terceirizada@icmbio.gov.br::12a4055e-129d-4f80-a52a-a82d6fd4d71c" providerId="AD" clId="Web-{25A7F53F-1CD4-8895-B3B0-DCC5C1AEAB74}" dt="2024-10-17T11:41:28.572" v="325"/>
          <ac:picMkLst>
            <pc:docMk/>
            <pc:sldMk cId="2118194667" sldId="290"/>
            <ac:picMk id="14" creationId="{061729D5-A609-E157-4BE9-7A7DDFF366D4}"/>
          </ac:picMkLst>
        </pc:picChg>
        <pc:picChg chg="del">
          <ac:chgData name="Larissa Nascimento dos Santos" userId="S::larissa.santos.terceirizada@icmbio.gov.br::12a4055e-129d-4f80-a52a-a82d6fd4d71c" providerId="AD" clId="Web-{25A7F53F-1CD4-8895-B3B0-DCC5C1AEAB74}" dt="2024-10-17T11:41:27.807" v="324"/>
          <ac:picMkLst>
            <pc:docMk/>
            <pc:sldMk cId="2118194667" sldId="290"/>
            <ac:picMk id="36" creationId="{48BF9EE4-F343-5B80-D606-7E01A0DC2F36}"/>
          </ac:picMkLst>
        </pc:picChg>
        <pc:picChg chg="mod">
          <ac:chgData name="Larissa Nascimento dos Santos" userId="S::larissa.santos.terceirizada@icmbio.gov.br::12a4055e-129d-4f80-a52a-a82d6fd4d71c" providerId="AD" clId="Web-{25A7F53F-1CD4-8895-B3B0-DCC5C1AEAB74}" dt="2024-10-17T11:41:42.448" v="327" actId="1076"/>
          <ac:picMkLst>
            <pc:docMk/>
            <pc:sldMk cId="2118194667" sldId="290"/>
            <ac:picMk id="40" creationId="{00000000-0000-0000-0000-000000000000}"/>
          </ac:picMkLst>
        </pc:picChg>
      </pc:sldChg>
      <pc:sldChg chg="modSp">
        <pc:chgData name="Larissa Nascimento dos Santos" userId="S::larissa.santos.terceirizada@icmbio.gov.br::12a4055e-129d-4f80-a52a-a82d6fd4d71c" providerId="AD" clId="Web-{25A7F53F-1CD4-8895-B3B0-DCC5C1AEAB74}" dt="2024-10-17T11:39:35.380" v="314" actId="20577"/>
        <pc:sldMkLst>
          <pc:docMk/>
          <pc:sldMk cId="2085035348" sldId="291"/>
        </pc:sldMkLst>
        <pc:spChg chg="mod">
          <ac:chgData name="Larissa Nascimento dos Santos" userId="S::larissa.santos.terceirizada@icmbio.gov.br::12a4055e-129d-4f80-a52a-a82d6fd4d71c" providerId="AD" clId="Web-{25A7F53F-1CD4-8895-B3B0-DCC5C1AEAB74}" dt="2024-10-17T11:39:35.380" v="314" actId="20577"/>
          <ac:spMkLst>
            <pc:docMk/>
            <pc:sldMk cId="2085035348" sldId="291"/>
            <ac:spMk id="65" creationId="{00000000-0000-0000-0000-000000000000}"/>
          </ac:spMkLst>
        </pc:spChg>
      </pc:sldChg>
    </pc:docChg>
  </pc:docChgLst>
  <pc:docChgLst>
    <pc:chgData name="Larissa Nascimento dos Santos" userId="S::larissa.santos.terceirizada@icmbio.gov.br::12a4055e-129d-4f80-a52a-a82d6fd4d71c" providerId="AD" clId="Web-{306E5118-71DD-AE57-E732-05A9CC450C2E}"/>
    <pc:docChg chg="modSld sldOrd">
      <pc:chgData name="Larissa Nascimento dos Santos" userId="S::larissa.santos.terceirizada@icmbio.gov.br::12a4055e-129d-4f80-a52a-a82d6fd4d71c" providerId="AD" clId="Web-{306E5118-71DD-AE57-E732-05A9CC450C2E}" dt="2024-10-29T13:44:02.946" v="32" actId="1076"/>
      <pc:docMkLst>
        <pc:docMk/>
      </pc:docMkLst>
      <pc:sldChg chg="modSp ord">
        <pc:chgData name="Larissa Nascimento dos Santos" userId="S::larissa.santos.terceirizada@icmbio.gov.br::12a4055e-129d-4f80-a52a-a82d6fd4d71c" providerId="AD" clId="Web-{306E5118-71DD-AE57-E732-05A9CC450C2E}" dt="2024-10-29T13:42:17.522" v="20" actId="20577"/>
        <pc:sldMkLst>
          <pc:docMk/>
          <pc:sldMk cId="3798671968" sldId="293"/>
        </pc:sldMkLst>
        <pc:spChg chg="mod">
          <ac:chgData name="Larissa Nascimento dos Santos" userId="S::larissa.santos.terceirizada@icmbio.gov.br::12a4055e-129d-4f80-a52a-a82d6fd4d71c" providerId="AD" clId="Web-{306E5118-71DD-AE57-E732-05A9CC450C2E}" dt="2024-10-29T13:42:17.522" v="20" actId="20577"/>
          <ac:spMkLst>
            <pc:docMk/>
            <pc:sldMk cId="3798671968" sldId="293"/>
            <ac:spMk id="6" creationId="{00000000-0000-0000-0000-000000000000}"/>
          </ac:spMkLst>
        </pc:spChg>
      </pc:sldChg>
      <pc:sldChg chg="modSp">
        <pc:chgData name="Larissa Nascimento dos Santos" userId="S::larissa.santos.terceirizada@icmbio.gov.br::12a4055e-129d-4f80-a52a-a82d6fd4d71c" providerId="AD" clId="Web-{306E5118-71DD-AE57-E732-05A9CC450C2E}" dt="2024-10-29T13:44:02.946" v="32" actId="1076"/>
        <pc:sldMkLst>
          <pc:docMk/>
          <pc:sldMk cId="2462516534" sldId="295"/>
        </pc:sldMkLst>
        <pc:spChg chg="mod">
          <ac:chgData name="Larissa Nascimento dos Santos" userId="S::larissa.santos.terceirizada@icmbio.gov.br::12a4055e-129d-4f80-a52a-a82d6fd4d71c" providerId="AD" clId="Web-{306E5118-71DD-AE57-E732-05A9CC450C2E}" dt="2024-10-29T13:44:02.946" v="32" actId="1076"/>
          <ac:spMkLst>
            <pc:docMk/>
            <pc:sldMk cId="2462516534" sldId="295"/>
            <ac:spMk id="139" creationId="{00000000-0000-0000-0000-000000000000}"/>
          </ac:spMkLst>
        </pc:spChg>
      </pc:sldChg>
      <pc:sldChg chg="modSp">
        <pc:chgData name="Larissa Nascimento dos Santos" userId="S::larissa.santos.terceirizada@icmbio.gov.br::12a4055e-129d-4f80-a52a-a82d6fd4d71c" providerId="AD" clId="Web-{306E5118-71DD-AE57-E732-05A9CC450C2E}" dt="2024-10-29T13:43:11.804" v="23" actId="20577"/>
        <pc:sldMkLst>
          <pc:docMk/>
          <pc:sldMk cId="901284036" sldId="298"/>
        </pc:sldMkLst>
        <pc:spChg chg="mod">
          <ac:chgData name="Larissa Nascimento dos Santos" userId="S::larissa.santos.terceirizada@icmbio.gov.br::12a4055e-129d-4f80-a52a-a82d6fd4d71c" providerId="AD" clId="Web-{306E5118-71DD-AE57-E732-05A9CC450C2E}" dt="2024-10-29T13:43:11.804" v="23" actId="20577"/>
          <ac:spMkLst>
            <pc:docMk/>
            <pc:sldMk cId="901284036" sldId="298"/>
            <ac:spMk id="139" creationId="{00000000-0000-0000-0000-000000000000}"/>
          </ac:spMkLst>
        </pc:spChg>
      </pc:sldChg>
    </pc:docChg>
  </pc:docChgLst>
  <pc:docChgLst>
    <pc:chgData name="Larissa Nascimento dos Santos" userId="S::larissa.santos.terceirizada@icmbio.gov.br::12a4055e-129d-4f80-a52a-a82d6fd4d71c" providerId="AD" clId="Web-{2920E7A3-BD6B-0B90-5E7C-1F0DACF2193D}"/>
    <pc:docChg chg="modSld">
      <pc:chgData name="Larissa Nascimento dos Santos" userId="S::larissa.santos.terceirizada@icmbio.gov.br::12a4055e-129d-4f80-a52a-a82d6fd4d71c" providerId="AD" clId="Web-{2920E7A3-BD6B-0B90-5E7C-1F0DACF2193D}" dt="2024-10-17T14:24:37.619" v="53" actId="20577"/>
      <pc:docMkLst>
        <pc:docMk/>
      </pc:docMkLst>
      <pc:sldChg chg="addSp modSp">
        <pc:chgData name="Larissa Nascimento dos Santos" userId="S::larissa.santos.terceirizada@icmbio.gov.br::12a4055e-129d-4f80-a52a-a82d6fd4d71c" providerId="AD" clId="Web-{2920E7A3-BD6B-0B90-5E7C-1F0DACF2193D}" dt="2024-10-17T14:24:37.619" v="53" actId="20577"/>
        <pc:sldMkLst>
          <pc:docMk/>
          <pc:sldMk cId="2085035348" sldId="291"/>
        </pc:sldMkLst>
        <pc:spChg chg="add mod">
          <ac:chgData name="Larissa Nascimento dos Santos" userId="S::larissa.santos.terceirizada@icmbio.gov.br::12a4055e-129d-4f80-a52a-a82d6fd4d71c" providerId="AD" clId="Web-{2920E7A3-BD6B-0B90-5E7C-1F0DACF2193D}" dt="2024-10-17T14:24:37.619" v="53" actId="20577"/>
          <ac:spMkLst>
            <pc:docMk/>
            <pc:sldMk cId="2085035348" sldId="291"/>
            <ac:spMk id="3" creationId="{D61CDA70-E25B-4F48-9584-424DEDA91380}"/>
          </ac:spMkLst>
        </pc:spChg>
        <pc:spChg chg="add mod">
          <ac:chgData name="Larissa Nascimento dos Santos" userId="S::larissa.santos.terceirizada@icmbio.gov.br::12a4055e-129d-4f80-a52a-a82d6fd4d71c" providerId="AD" clId="Web-{2920E7A3-BD6B-0B90-5E7C-1F0DACF2193D}" dt="2024-10-17T14:16:39.919" v="52" actId="1076"/>
          <ac:spMkLst>
            <pc:docMk/>
            <pc:sldMk cId="2085035348" sldId="291"/>
            <ac:spMk id="6" creationId="{F047C75E-7618-544B-5BA2-9D9EE5B25C37}"/>
          </ac:spMkLst>
        </pc:spChg>
        <pc:grpChg chg="add">
          <ac:chgData name="Larissa Nascimento dos Santos" userId="S::larissa.santos.terceirizada@icmbio.gov.br::12a4055e-129d-4f80-a52a-a82d6fd4d71c" providerId="AD" clId="Web-{2920E7A3-BD6B-0B90-5E7C-1F0DACF2193D}" dt="2024-10-17T14:16:31.841" v="50"/>
          <ac:grpSpMkLst>
            <pc:docMk/>
            <pc:sldMk cId="2085035348" sldId="291"/>
            <ac:grpSpMk id="10" creationId="{C5910FD0-F7D8-1AFB-0572-1AFF22A91C8E}"/>
          </ac:grpSpMkLst>
        </pc:grpChg>
      </pc:sldChg>
    </pc:docChg>
  </pc:docChgLst>
  <pc:docChgLst>
    <pc:chgData name="Larissa Nascimento dos Santos" userId="S::larissa.santos.terceirizada@icmbio.gov.br::12a4055e-129d-4f80-a52a-a82d6fd4d71c" providerId="AD" clId="Web-{50B79708-33DF-12F8-1288-3B30413BA43D}"/>
    <pc:docChg chg="addSld modSld sldOrd">
      <pc:chgData name="Larissa Nascimento dos Santos" userId="S::larissa.santos.terceirizada@icmbio.gov.br::12a4055e-129d-4f80-a52a-a82d6fd4d71c" providerId="AD" clId="Web-{50B79708-33DF-12F8-1288-3B30413BA43D}" dt="2024-12-06T18:00:43.145" v="194" actId="20577"/>
      <pc:docMkLst>
        <pc:docMk/>
      </pc:docMkLst>
      <pc:sldChg chg="addSp delSp modSp add ord">
        <pc:chgData name="Larissa Nascimento dos Santos" userId="S::larissa.santos.terceirizada@icmbio.gov.br::12a4055e-129d-4f80-a52a-a82d6fd4d71c" providerId="AD" clId="Web-{50B79708-33DF-12F8-1288-3B30413BA43D}" dt="2024-12-06T17:56:27.933" v="123" actId="20577"/>
        <pc:sldMkLst>
          <pc:docMk/>
          <pc:sldMk cId="1704949758" sldId="288"/>
        </pc:sldMkLst>
        <pc:spChg chg="add del">
          <ac:chgData name="Larissa Nascimento dos Santos" userId="S::larissa.santos.terceirizada@icmbio.gov.br::12a4055e-129d-4f80-a52a-a82d6fd4d71c" providerId="AD" clId="Web-{50B79708-33DF-12F8-1288-3B30413BA43D}" dt="2024-12-06T17:51:21.064" v="48"/>
          <ac:spMkLst>
            <pc:docMk/>
            <pc:sldMk cId="1704949758" sldId="288"/>
            <ac:spMk id="3" creationId="{AF2B083F-7C68-D31E-4F54-BAD4A8B62A78}"/>
          </ac:spMkLst>
        </pc:spChg>
        <pc:spChg chg="add del">
          <ac:chgData name="Larissa Nascimento dos Santos" userId="S::larissa.santos.terceirizada@icmbio.gov.br::12a4055e-129d-4f80-a52a-a82d6fd4d71c" providerId="AD" clId="Web-{50B79708-33DF-12F8-1288-3B30413BA43D}" dt="2024-12-06T17:51:21.064" v="46"/>
          <ac:spMkLst>
            <pc:docMk/>
            <pc:sldMk cId="1704949758" sldId="288"/>
            <ac:spMk id="10" creationId="{A8E2BCEF-DC88-B5E0-2A9E-EA3ECF0377F6}"/>
          </ac:spMkLst>
        </pc:spChg>
        <pc:spChg chg="add mod">
          <ac:chgData name="Larissa Nascimento dos Santos" userId="S::larissa.santos.terceirizada@icmbio.gov.br::12a4055e-129d-4f80-a52a-a82d6fd4d71c" providerId="AD" clId="Web-{50B79708-33DF-12F8-1288-3B30413BA43D}" dt="2024-12-06T17:53:59.882" v="82" actId="20577"/>
          <ac:spMkLst>
            <pc:docMk/>
            <pc:sldMk cId="1704949758" sldId="288"/>
            <ac:spMk id="13" creationId="{CA5C3A22-9864-23EB-EA7E-92ED46FB4B9A}"/>
          </ac:spMkLst>
        </pc:spChg>
        <pc:spChg chg="del">
          <ac:chgData name="Larissa Nascimento dos Santos" userId="S::larissa.santos.terceirizada@icmbio.gov.br::12a4055e-129d-4f80-a52a-a82d6fd4d71c" providerId="AD" clId="Web-{50B79708-33DF-12F8-1288-3B30413BA43D}" dt="2024-12-06T17:51:24.158" v="49"/>
          <ac:spMkLst>
            <pc:docMk/>
            <pc:sldMk cId="1704949758" sldId="288"/>
            <ac:spMk id="14" creationId="{00000000-0000-0000-0000-000000000000}"/>
          </ac:spMkLst>
        </pc:spChg>
        <pc:spChg chg="add mod">
          <ac:chgData name="Larissa Nascimento dos Santos" userId="S::larissa.santos.terceirizada@icmbio.gov.br::12a4055e-129d-4f80-a52a-a82d6fd4d71c" providerId="AD" clId="Web-{50B79708-33DF-12F8-1288-3B30413BA43D}" dt="2024-12-06T17:56:27.933" v="123" actId="20577"/>
          <ac:spMkLst>
            <pc:docMk/>
            <pc:sldMk cId="1704949758" sldId="288"/>
            <ac:spMk id="24" creationId="{34F30F5E-B9E8-E1F5-CE3F-C933BA3C86A7}"/>
          </ac:spMkLst>
        </pc:spChg>
        <pc:spChg chg="del">
          <ac:chgData name="Larissa Nascimento dos Santos" userId="S::larissa.santos.terceirizada@icmbio.gov.br::12a4055e-129d-4f80-a52a-a82d6fd4d71c" providerId="AD" clId="Web-{50B79708-33DF-12F8-1288-3B30413BA43D}" dt="2024-12-06T17:48:36.606" v="11"/>
          <ac:spMkLst>
            <pc:docMk/>
            <pc:sldMk cId="1704949758" sldId="288"/>
            <ac:spMk id="30" creationId="{00000000-0000-0000-0000-000000000000}"/>
          </ac:spMkLst>
        </pc:spChg>
        <pc:picChg chg="add del">
          <ac:chgData name="Larissa Nascimento dos Santos" userId="S::larissa.santos.terceirizada@icmbio.gov.br::12a4055e-129d-4f80-a52a-a82d6fd4d71c" providerId="AD" clId="Web-{50B79708-33DF-12F8-1288-3B30413BA43D}" dt="2024-12-06T17:51:21.064" v="47"/>
          <ac:picMkLst>
            <pc:docMk/>
            <pc:sldMk cId="1704949758" sldId="288"/>
            <ac:picMk id="5" creationId="{097A20BD-852A-6197-BBAB-0F9E9A9FA416}"/>
          </ac:picMkLst>
        </pc:picChg>
        <pc:picChg chg="del">
          <ac:chgData name="Larissa Nascimento dos Santos" userId="S::larissa.santos.terceirizada@icmbio.gov.br::12a4055e-129d-4f80-a52a-a82d6fd4d71c" providerId="AD" clId="Web-{50B79708-33DF-12F8-1288-3B30413BA43D}" dt="2024-12-06T17:48:34.732" v="10"/>
          <ac:picMkLst>
            <pc:docMk/>
            <pc:sldMk cId="1704949758" sldId="288"/>
            <ac:picMk id="7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50B79708-33DF-12F8-1288-3B30413BA43D}" dt="2024-12-06T17:46:40.618" v="2" actId="1076"/>
          <ac:picMkLst>
            <pc:docMk/>
            <pc:sldMk cId="1704949758" sldId="288"/>
            <ac:picMk id="9" creationId="{00000000-0000-0000-0000-000000000000}"/>
          </ac:picMkLst>
        </pc:picChg>
        <pc:picChg chg="add mod">
          <ac:chgData name="Larissa Nascimento dos Santos" userId="S::larissa.santos.terceirizada@icmbio.gov.br::12a4055e-129d-4f80-a52a-a82d6fd4d71c" providerId="AD" clId="Web-{50B79708-33DF-12F8-1288-3B30413BA43D}" dt="2024-12-06T17:53:53.647" v="74" actId="1076"/>
          <ac:picMkLst>
            <pc:docMk/>
            <pc:sldMk cId="1704949758" sldId="288"/>
            <ac:picMk id="16" creationId="{F72A27BA-0844-B168-93DF-58533CE527AD}"/>
          </ac:picMkLst>
        </pc:picChg>
        <pc:picChg chg="ord">
          <ac:chgData name="Larissa Nascimento dos Santos" userId="S::larissa.santos.terceirizada@icmbio.gov.br::12a4055e-129d-4f80-a52a-a82d6fd4d71c" providerId="AD" clId="Web-{50B79708-33DF-12F8-1288-3B30413BA43D}" dt="2024-12-06T17:46:44.868" v="3"/>
          <ac:picMkLst>
            <pc:docMk/>
            <pc:sldMk cId="1704949758" sldId="288"/>
            <ac:picMk id="87" creationId="{00000000-0000-0000-0000-000000000000}"/>
          </ac:picMkLst>
        </pc:picChg>
        <pc:cxnChg chg="mod">
          <ac:chgData name="Larissa Nascimento dos Santos" userId="S::larissa.santos.terceirizada@icmbio.gov.br::12a4055e-129d-4f80-a52a-a82d6fd4d71c" providerId="AD" clId="Web-{50B79708-33DF-12F8-1288-3B30413BA43D}" dt="2024-12-06T17:46:59.025" v="5" actId="1076"/>
          <ac:cxnSpMkLst>
            <pc:docMk/>
            <pc:sldMk cId="1704949758" sldId="288"/>
            <ac:cxnSpMk id="23" creationId="{00000000-0000-0000-0000-000000000000}"/>
          </ac:cxnSpMkLst>
        </pc:cxnChg>
      </pc:sldChg>
      <pc:sldChg chg="modSp ord">
        <pc:chgData name="Larissa Nascimento dos Santos" userId="S::larissa.santos.terceirizada@icmbio.gov.br::12a4055e-129d-4f80-a52a-a82d6fd4d71c" providerId="AD" clId="Web-{50B79708-33DF-12F8-1288-3B30413BA43D}" dt="2024-12-06T17:56:34.887" v="124" actId="20577"/>
        <pc:sldMkLst>
          <pc:docMk/>
          <pc:sldMk cId="2667751205" sldId="294"/>
        </pc:sldMkLst>
        <pc:spChg chg="mod">
          <ac:chgData name="Larissa Nascimento dos Santos" userId="S::larissa.santos.terceirizada@icmbio.gov.br::12a4055e-129d-4f80-a52a-a82d6fd4d71c" providerId="AD" clId="Web-{50B79708-33DF-12F8-1288-3B30413BA43D}" dt="2024-12-06T17:56:34.887" v="124" actId="20577"/>
          <ac:spMkLst>
            <pc:docMk/>
            <pc:sldMk cId="2667751205" sldId="294"/>
            <ac:spMk id="25" creationId="{00000000-0000-0000-0000-000000000000}"/>
          </ac:spMkLst>
        </pc:spChg>
      </pc:sldChg>
      <pc:sldChg chg="delSp modSp">
        <pc:chgData name="Larissa Nascimento dos Santos" userId="S::larissa.santos.terceirizada@icmbio.gov.br::12a4055e-129d-4f80-a52a-a82d6fd4d71c" providerId="AD" clId="Web-{50B79708-33DF-12F8-1288-3B30413BA43D}" dt="2024-12-06T17:56:45.622" v="125" actId="20577"/>
        <pc:sldMkLst>
          <pc:docMk/>
          <pc:sldMk cId="2661808621" sldId="296"/>
        </pc:sldMkLst>
        <pc:spChg chg="mod">
          <ac:chgData name="Larissa Nascimento dos Santos" userId="S::larissa.santos.terceirizada@icmbio.gov.br::12a4055e-129d-4f80-a52a-a82d6fd4d71c" providerId="AD" clId="Web-{50B79708-33DF-12F8-1288-3B30413BA43D}" dt="2024-12-06T17:54:10.883" v="89" actId="20577"/>
          <ac:spMkLst>
            <pc:docMk/>
            <pc:sldMk cId="2661808621" sldId="296"/>
            <ac:spMk id="6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50B79708-33DF-12F8-1288-3B30413BA43D}" dt="2024-12-06T17:53:09.896" v="69"/>
          <ac:spMkLst>
            <pc:docMk/>
            <pc:sldMk cId="2661808621" sldId="296"/>
            <ac:spMk id="7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50B79708-33DF-12F8-1288-3B30413BA43D}" dt="2024-12-06T17:56:45.622" v="125" actId="20577"/>
          <ac:spMkLst>
            <pc:docMk/>
            <pc:sldMk cId="2661808621" sldId="296"/>
            <ac:spMk id="24" creationId="{00000000-0000-0000-0000-000000000000}"/>
          </ac:spMkLst>
        </pc:spChg>
        <pc:picChg chg="del">
          <ac:chgData name="Larissa Nascimento dos Santos" userId="S::larissa.santos.terceirizada@icmbio.gov.br::12a4055e-129d-4f80-a52a-a82d6fd4d71c" providerId="AD" clId="Web-{50B79708-33DF-12F8-1288-3B30413BA43D}" dt="2024-12-06T17:47:21.526" v="6"/>
          <ac:picMkLst>
            <pc:docMk/>
            <pc:sldMk cId="2661808621" sldId="296"/>
            <ac:picMk id="3" creationId="{00000000-0000-0000-0000-000000000000}"/>
          </ac:picMkLst>
        </pc:picChg>
      </pc:sldChg>
      <pc:sldChg chg="modSp">
        <pc:chgData name="Larissa Nascimento dos Santos" userId="S::larissa.santos.terceirizada@icmbio.gov.br::12a4055e-129d-4f80-a52a-a82d6fd4d71c" providerId="AD" clId="Web-{50B79708-33DF-12F8-1288-3B30413BA43D}" dt="2024-12-06T18:00:43.145" v="194" actId="20577"/>
        <pc:sldMkLst>
          <pc:docMk/>
          <pc:sldMk cId="901284036" sldId="298"/>
        </pc:sldMkLst>
        <pc:spChg chg="mod">
          <ac:chgData name="Larissa Nascimento dos Santos" userId="S::larissa.santos.terceirizada@icmbio.gov.br::12a4055e-129d-4f80-a52a-a82d6fd4d71c" providerId="AD" clId="Web-{50B79708-33DF-12F8-1288-3B30413BA43D}" dt="2024-12-06T18:00:43.145" v="194" actId="20577"/>
          <ac:spMkLst>
            <pc:docMk/>
            <pc:sldMk cId="901284036" sldId="298"/>
            <ac:spMk id="139" creationId="{00000000-0000-0000-0000-000000000000}"/>
          </ac:spMkLst>
        </pc:spChg>
      </pc:sldChg>
      <pc:sldChg chg="modSp">
        <pc:chgData name="Larissa Nascimento dos Santos" userId="S::larissa.santos.terceirizada@icmbio.gov.br::12a4055e-129d-4f80-a52a-a82d6fd4d71c" providerId="AD" clId="Web-{50B79708-33DF-12F8-1288-3B30413BA43D}" dt="2024-12-06T18:00:17.425" v="183" actId="1076"/>
        <pc:sldMkLst>
          <pc:docMk/>
          <pc:sldMk cId="1359320809" sldId="299"/>
        </pc:sldMkLst>
        <pc:spChg chg="mod">
          <ac:chgData name="Larissa Nascimento dos Santos" userId="S::larissa.santos.terceirizada@icmbio.gov.br::12a4055e-129d-4f80-a52a-a82d6fd4d71c" providerId="AD" clId="Web-{50B79708-33DF-12F8-1288-3B30413BA43D}" dt="2024-12-06T18:00:17.425" v="183" actId="1076"/>
          <ac:spMkLst>
            <pc:docMk/>
            <pc:sldMk cId="1359320809" sldId="299"/>
            <ac:spMk id="6" creationId="{00000000-0000-0000-0000-000000000000}"/>
          </ac:spMkLst>
        </pc:spChg>
      </pc:sldChg>
      <pc:sldChg chg="ord">
        <pc:chgData name="Larissa Nascimento dos Santos" userId="S::larissa.santos.terceirizada@icmbio.gov.br::12a4055e-129d-4f80-a52a-a82d6fd4d71c" providerId="AD" clId="Web-{50B79708-33DF-12F8-1288-3B30413BA43D}" dt="2024-12-06T17:54:56.446" v="97"/>
        <pc:sldMkLst>
          <pc:docMk/>
          <pc:sldMk cId="1712014264" sldId="301"/>
        </pc:sldMkLst>
      </pc:sldChg>
      <pc:sldChg chg="delSp modSp add replId">
        <pc:chgData name="Larissa Nascimento dos Santos" userId="S::larissa.santos.terceirizada@icmbio.gov.br::12a4055e-129d-4f80-a52a-a82d6fd4d71c" providerId="AD" clId="Web-{50B79708-33DF-12F8-1288-3B30413BA43D}" dt="2024-12-06T17:56:55.247" v="126" actId="20577"/>
        <pc:sldMkLst>
          <pc:docMk/>
          <pc:sldMk cId="2590251430" sldId="302"/>
        </pc:sldMkLst>
        <pc:spChg chg="del">
          <ac:chgData name="Larissa Nascimento dos Santos" userId="S::larissa.santos.terceirizada@icmbio.gov.br::12a4055e-129d-4f80-a52a-a82d6fd4d71c" providerId="AD" clId="Web-{50B79708-33DF-12F8-1288-3B30413BA43D}" dt="2024-12-06T17:49:37.124" v="25"/>
          <ac:spMkLst>
            <pc:docMk/>
            <pc:sldMk cId="2590251430" sldId="302"/>
            <ac:spMk id="4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50B79708-33DF-12F8-1288-3B30413BA43D}" dt="2024-12-06T17:49:25.342" v="21" actId="20577"/>
          <ac:spMkLst>
            <pc:docMk/>
            <pc:sldMk cId="2590251430" sldId="302"/>
            <ac:spMk id="5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50B79708-33DF-12F8-1288-3B30413BA43D}" dt="2024-12-06T17:54:20.273" v="91" actId="20577"/>
          <ac:spMkLst>
            <pc:docMk/>
            <pc:sldMk cId="2590251430" sldId="302"/>
            <ac:spMk id="6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50B79708-33DF-12F8-1288-3B30413BA43D}" dt="2024-12-06T17:49:35.842" v="24"/>
          <ac:spMkLst>
            <pc:docMk/>
            <pc:sldMk cId="2590251430" sldId="302"/>
            <ac:spMk id="14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50B79708-33DF-12F8-1288-3B30413BA43D}" dt="2024-12-06T17:49:32.530" v="23"/>
          <ac:spMkLst>
            <pc:docMk/>
            <pc:sldMk cId="2590251430" sldId="302"/>
            <ac:spMk id="15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50B79708-33DF-12F8-1288-3B30413BA43D}" dt="2024-12-06T17:56:55.247" v="126" actId="20577"/>
          <ac:spMkLst>
            <pc:docMk/>
            <pc:sldMk cId="2590251430" sldId="302"/>
            <ac:spMk id="24" creationId="{00000000-0000-0000-0000-000000000000}"/>
          </ac:spMkLst>
        </pc:spChg>
        <pc:picChg chg="del">
          <ac:chgData name="Larissa Nascimento dos Santos" userId="S::larissa.santos.terceirizada@icmbio.gov.br::12a4055e-129d-4f80-a52a-a82d6fd4d71c" providerId="AD" clId="Web-{50B79708-33DF-12F8-1288-3B30413BA43D}" dt="2024-12-06T17:49:29.733" v="22"/>
          <ac:picMkLst>
            <pc:docMk/>
            <pc:sldMk cId="2590251430" sldId="302"/>
            <ac:picMk id="2" creationId="{D50DFA09-52BC-370A-861A-3BA6CAA6DD83}"/>
          </ac:picMkLst>
        </pc:picChg>
      </pc:sldChg>
      <pc:sldChg chg="modSp add replId">
        <pc:chgData name="Larissa Nascimento dos Santos" userId="S::larissa.santos.terceirizada@icmbio.gov.br::12a4055e-129d-4f80-a52a-a82d6fd4d71c" providerId="AD" clId="Web-{50B79708-33DF-12F8-1288-3B30413BA43D}" dt="2024-12-06T17:55:05.290" v="105" actId="20577"/>
        <pc:sldMkLst>
          <pc:docMk/>
          <pc:sldMk cId="3330315971" sldId="303"/>
        </pc:sldMkLst>
        <pc:spChg chg="mod">
          <ac:chgData name="Larissa Nascimento dos Santos" userId="S::larissa.santos.terceirizada@icmbio.gov.br::12a4055e-129d-4f80-a52a-a82d6fd4d71c" providerId="AD" clId="Web-{50B79708-33DF-12F8-1288-3B30413BA43D}" dt="2024-12-06T17:55:05.290" v="105" actId="20577"/>
          <ac:spMkLst>
            <pc:docMk/>
            <pc:sldMk cId="3330315971" sldId="303"/>
            <ac:spMk id="3" creationId="{1E0DAE94-19E7-620E-636D-41A199A6CD8B}"/>
          </ac:spMkLst>
        </pc:spChg>
      </pc:sldChg>
      <pc:sldChg chg="modSp add ord replId">
        <pc:chgData name="Larissa Nascimento dos Santos" userId="S::larissa.santos.terceirizada@icmbio.gov.br::12a4055e-129d-4f80-a52a-a82d6fd4d71c" providerId="AD" clId="Web-{50B79708-33DF-12F8-1288-3B30413BA43D}" dt="2024-12-06T18:00:37.488" v="190"/>
        <pc:sldMkLst>
          <pc:docMk/>
          <pc:sldMk cId="500273480" sldId="304"/>
        </pc:sldMkLst>
        <pc:spChg chg="mod">
          <ac:chgData name="Larissa Nascimento dos Santos" userId="S::larissa.santos.terceirizada@icmbio.gov.br::12a4055e-129d-4f80-a52a-a82d6fd4d71c" providerId="AD" clId="Web-{50B79708-33DF-12F8-1288-3B30413BA43D}" dt="2024-12-06T18:00:30.972" v="189" actId="20577"/>
          <ac:spMkLst>
            <pc:docMk/>
            <pc:sldMk cId="500273480" sldId="304"/>
            <ac:spMk id="139" creationId="{00000000-0000-0000-0000-000000000000}"/>
          </ac:spMkLst>
        </pc:spChg>
      </pc:sldChg>
    </pc:docChg>
  </pc:docChgLst>
  <pc:docChgLst>
    <pc:chgData name="Larissa Nascimento dos Santos" userId="S::larissa.santos.terceirizada@icmbio.gov.br::12a4055e-129d-4f80-a52a-a82d6fd4d71c" providerId="AD" clId="Web-{05F8D24F-5DD9-6FD5-A2D9-0D5408B56067}"/>
    <pc:docChg chg="addSld delSld modSld sldOrd">
      <pc:chgData name="Larissa Nascimento dos Santos" userId="S::larissa.santos.terceirizada@icmbio.gov.br::12a4055e-129d-4f80-a52a-a82d6fd4d71c" providerId="AD" clId="Web-{05F8D24F-5DD9-6FD5-A2D9-0D5408B56067}" dt="2024-10-23T14:07:32.962" v="1646" actId="20577"/>
      <pc:docMkLst>
        <pc:docMk/>
      </pc:docMkLst>
      <pc:sldChg chg="addSp delSp modSp">
        <pc:chgData name="Larissa Nascimento dos Santos" userId="S::larissa.santos.terceirizada@icmbio.gov.br::12a4055e-129d-4f80-a52a-a82d6fd4d71c" providerId="AD" clId="Web-{05F8D24F-5DD9-6FD5-A2D9-0D5408B56067}" dt="2024-10-23T13:52:21.173" v="1572"/>
        <pc:sldMkLst>
          <pc:docMk/>
          <pc:sldMk cId="1310191555" sldId="273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40:16.967" v="1519" actId="20577"/>
          <ac:spMkLst>
            <pc:docMk/>
            <pc:sldMk cId="1310191555" sldId="273"/>
            <ac:spMk id="6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3:51:55.844" v="1567" actId="1076"/>
          <ac:spMkLst>
            <pc:docMk/>
            <pc:sldMk cId="1310191555" sldId="273"/>
            <ac:spMk id="17" creationId="{5E53E66F-AD4A-6C51-0FC1-B1C43B2DEFBD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3:51:48.594" v="1564" actId="1076"/>
          <ac:spMkLst>
            <pc:docMk/>
            <pc:sldMk cId="1310191555" sldId="273"/>
            <ac:spMk id="19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3:51:48.610" v="1565" actId="1076"/>
          <ac:spMkLst>
            <pc:docMk/>
            <pc:sldMk cId="1310191555" sldId="273"/>
            <ac:spMk id="20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3:52:05.016" v="1568" actId="1076"/>
          <ac:spMkLst>
            <pc:docMk/>
            <pc:sldMk cId="1310191555" sldId="273"/>
            <ac:spMk id="37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05F8D24F-5DD9-6FD5-A2D9-0D5408B56067}" dt="2024-10-23T13:39:31.841" v="1500"/>
          <ac:spMkLst>
            <pc:docMk/>
            <pc:sldMk cId="1310191555" sldId="273"/>
            <ac:spMk id="38" creationId="{00000000-0000-0000-0000-000000000000}"/>
          </ac:spMkLst>
        </pc:spChg>
        <pc:grpChg chg="add">
          <ac:chgData name="Larissa Nascimento dos Santos" userId="S::larissa.santos.terceirizada@icmbio.gov.br::12a4055e-129d-4f80-a52a-a82d6fd4d71c" providerId="AD" clId="Web-{05F8D24F-5DD9-6FD5-A2D9-0D5408B56067}" dt="2024-10-23T13:52:21.173" v="1572"/>
          <ac:grpSpMkLst>
            <pc:docMk/>
            <pc:sldMk cId="1310191555" sldId="273"/>
            <ac:grpSpMk id="2" creationId="{CE1C407E-6F59-2D0A-E356-E1875B9FACA5}"/>
          </ac:grpSpMkLst>
        </pc:grpChg>
        <pc:grpChg chg="mod">
          <ac:chgData name="Larissa Nascimento dos Santos" userId="S::larissa.santos.terceirizada@icmbio.gov.br::12a4055e-129d-4f80-a52a-a82d6fd4d71c" providerId="AD" clId="Web-{05F8D24F-5DD9-6FD5-A2D9-0D5408B56067}" dt="2024-10-23T13:52:05.032" v="1569" actId="1076"/>
          <ac:grpSpMkLst>
            <pc:docMk/>
            <pc:sldMk cId="1310191555" sldId="273"/>
            <ac:grpSpMk id="29" creationId="{00000000-0000-0000-0000-000000000000}"/>
          </ac:grpSpMkLst>
        </pc:grpChg>
        <pc:picChg chg="mod">
          <ac:chgData name="Larissa Nascimento dos Santos" userId="S::larissa.santos.terceirizada@icmbio.gov.br::12a4055e-129d-4f80-a52a-a82d6fd4d71c" providerId="AD" clId="Web-{05F8D24F-5DD9-6FD5-A2D9-0D5408B56067}" dt="2024-10-23T13:52:09.595" v="1571" actId="1076"/>
          <ac:picMkLst>
            <pc:docMk/>
            <pc:sldMk cId="1310191555" sldId="273"/>
            <ac:picMk id="15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05F8D24F-5DD9-6FD5-A2D9-0D5408B56067}" dt="2024-10-23T13:51:48.641" v="1566" actId="1076"/>
          <ac:picMkLst>
            <pc:docMk/>
            <pc:sldMk cId="1310191555" sldId="273"/>
            <ac:picMk id="18" creationId="{00000000-0000-0000-0000-000000000000}"/>
          </ac:picMkLst>
        </pc:picChg>
      </pc:sldChg>
      <pc:sldChg chg="addSp modSp">
        <pc:chgData name="Larissa Nascimento dos Santos" userId="S::larissa.santos.terceirizada@icmbio.gov.br::12a4055e-129d-4f80-a52a-a82d6fd4d71c" providerId="AD" clId="Web-{05F8D24F-5DD9-6FD5-A2D9-0D5408B56067}" dt="2024-10-23T13:29:44.454" v="1412" actId="1076"/>
        <pc:sldMkLst>
          <pc:docMk/>
          <pc:sldMk cId="3807945547" sldId="275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27:13.794" v="1355" actId="20577"/>
          <ac:spMkLst>
            <pc:docMk/>
            <pc:sldMk cId="3807945547" sldId="275"/>
            <ac:spMk id="4" creationId="{00000000-0000-0000-0000-000000000000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3:29:36.500" v="1411" actId="1076"/>
          <ac:spMkLst>
            <pc:docMk/>
            <pc:sldMk cId="3807945547" sldId="275"/>
            <ac:spMk id="9" creationId="{CB01DFD8-1421-831B-826A-1F68BD776462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3:29:44.454" v="1412" actId="1076"/>
          <ac:spMkLst>
            <pc:docMk/>
            <pc:sldMk cId="3807945547" sldId="275"/>
            <ac:spMk id="44" creationId="{00000000-0000-0000-0000-000000000000}"/>
          </ac:spMkLst>
        </pc:spChg>
        <pc:grpChg chg="mod">
          <ac:chgData name="Larissa Nascimento dos Santos" userId="S::larissa.santos.terceirizada@icmbio.gov.br::12a4055e-129d-4f80-a52a-a82d6fd4d71c" providerId="AD" clId="Web-{05F8D24F-5DD9-6FD5-A2D9-0D5408B56067}" dt="2024-10-23T13:29:36.407" v="1408" actId="1076"/>
          <ac:grpSpMkLst>
            <pc:docMk/>
            <pc:sldMk cId="3807945547" sldId="275"/>
            <ac:grpSpMk id="14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05F8D24F-5DD9-6FD5-A2D9-0D5408B56067}" dt="2024-10-23T13:29:36.375" v="1407" actId="1076"/>
          <ac:grpSpMkLst>
            <pc:docMk/>
            <pc:sldMk cId="3807945547" sldId="275"/>
            <ac:grpSpMk id="22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05F8D24F-5DD9-6FD5-A2D9-0D5408B56067}" dt="2024-10-23T13:29:36.344" v="1406" actId="1076"/>
          <ac:grpSpMkLst>
            <pc:docMk/>
            <pc:sldMk cId="3807945547" sldId="275"/>
            <ac:grpSpMk id="23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05F8D24F-5DD9-6FD5-A2D9-0D5408B56067}" dt="2024-10-23T13:29:36.454" v="1409" actId="1076"/>
          <ac:grpSpMkLst>
            <pc:docMk/>
            <pc:sldMk cId="3807945547" sldId="275"/>
            <ac:grpSpMk id="42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05F8D24F-5DD9-6FD5-A2D9-0D5408B56067}" dt="2024-10-23T13:29:36.485" v="1410" actId="1076"/>
          <ac:grpSpMkLst>
            <pc:docMk/>
            <pc:sldMk cId="3807945547" sldId="275"/>
            <ac:grpSpMk id="47" creationId="{00000000-0000-0000-0000-000000000000}"/>
          </ac:grpSpMkLst>
        </pc:grpChg>
      </pc:sldChg>
      <pc:sldChg chg="addSp delSp modSp addAnim">
        <pc:chgData name="Larissa Nascimento dos Santos" userId="S::larissa.santos.terceirizada@icmbio.gov.br::12a4055e-129d-4f80-a52a-a82d6fd4d71c" providerId="AD" clId="Web-{05F8D24F-5DD9-6FD5-A2D9-0D5408B56067}" dt="2024-10-23T13:31:59.657" v="1433" actId="1076"/>
        <pc:sldMkLst>
          <pc:docMk/>
          <pc:sldMk cId="617265369" sldId="279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31:59.657" v="1433" actId="1076"/>
          <ac:spMkLst>
            <pc:docMk/>
            <pc:sldMk cId="617265369" sldId="279"/>
            <ac:spMk id="3" creationId="{71043501-F4D7-E53B-1990-44852486A587}"/>
          </ac:spMkLst>
        </pc:spChg>
        <pc:spChg chg="add del mod topLvl">
          <ac:chgData name="Larissa Nascimento dos Santos" userId="S::larissa.santos.terceirizada@icmbio.gov.br::12a4055e-129d-4f80-a52a-a82d6fd4d71c" providerId="AD" clId="Web-{05F8D24F-5DD9-6FD5-A2D9-0D5408B56067}" dt="2024-10-23T12:23:31.328" v="608"/>
          <ac:spMkLst>
            <pc:docMk/>
            <pc:sldMk cId="617265369" sldId="279"/>
            <ac:spMk id="12" creationId="{1FA5552F-AE3D-F69F-2BE8-3BB29CABEA4B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1:34:35.219" v="77" actId="1076"/>
          <ac:spMkLst>
            <pc:docMk/>
            <pc:sldMk cId="617265369" sldId="279"/>
            <ac:spMk id="16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3:30:10.248" v="1416" actId="1076"/>
          <ac:spMkLst>
            <pc:docMk/>
            <pc:sldMk cId="617265369" sldId="279"/>
            <ac:spMk id="17" creationId="{81002AB3-61A6-3E3D-B12F-CBAAADFC5E88}"/>
          </ac:spMkLst>
        </pc:spChg>
        <pc:spChg chg="add del mod topLvl">
          <ac:chgData name="Larissa Nascimento dos Santos" userId="S::larissa.santos.terceirizada@icmbio.gov.br::12a4055e-129d-4f80-a52a-a82d6fd4d71c" providerId="AD" clId="Web-{05F8D24F-5DD9-6FD5-A2D9-0D5408B56067}" dt="2024-10-23T12:23:35.422" v="609"/>
          <ac:spMkLst>
            <pc:docMk/>
            <pc:sldMk cId="617265369" sldId="279"/>
            <ac:spMk id="20" creationId="{2E3CCA92-57E1-5DC0-E484-202B63F8BA87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2:00:49.656" v="453" actId="14100"/>
          <ac:spMkLst>
            <pc:docMk/>
            <pc:sldMk cId="617265369" sldId="279"/>
            <ac:spMk id="22" creationId="{E6775934-2338-BE13-2208-6C55AACA722E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3:30:42.780" v="1420" actId="1076"/>
          <ac:spMkLst>
            <pc:docMk/>
            <pc:sldMk cId="617265369" sldId="279"/>
            <ac:spMk id="23" creationId="{F1D75680-CDBC-DA44-3286-D5478F9CABB3}"/>
          </ac:spMkLst>
        </pc:spChg>
        <pc:spChg chg="add del mod">
          <ac:chgData name="Larissa Nascimento dos Santos" userId="S::larissa.santos.terceirizada@icmbio.gov.br::12a4055e-129d-4f80-a52a-a82d6fd4d71c" providerId="AD" clId="Web-{05F8D24F-5DD9-6FD5-A2D9-0D5408B56067}" dt="2024-10-23T12:12:26.149" v="505"/>
          <ac:spMkLst>
            <pc:docMk/>
            <pc:sldMk cId="617265369" sldId="279"/>
            <ac:spMk id="24" creationId="{E63CC540-46F7-1334-6D05-0FDADB2A32F1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2:14:55.723" v="564" actId="1076"/>
          <ac:spMkLst>
            <pc:docMk/>
            <pc:sldMk cId="617265369" sldId="279"/>
            <ac:spMk id="25" creationId="{FC0938F3-4465-AF8D-B0CF-1D1B3A4B538D}"/>
          </ac:spMkLst>
        </pc:spChg>
        <pc:spChg chg="topLvl">
          <ac:chgData name="Larissa Nascimento dos Santos" userId="S::larissa.santos.terceirizada@icmbio.gov.br::12a4055e-129d-4f80-a52a-a82d6fd4d71c" providerId="AD" clId="Web-{05F8D24F-5DD9-6FD5-A2D9-0D5408B56067}" dt="2024-10-23T12:00:52.390" v="454"/>
          <ac:spMkLst>
            <pc:docMk/>
            <pc:sldMk cId="617265369" sldId="279"/>
            <ac:spMk id="31" creationId="{00000000-0000-0000-0000-000000000000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2:26:56.422" v="669" actId="1076"/>
          <ac:spMkLst>
            <pc:docMk/>
            <pc:sldMk cId="617265369" sldId="279"/>
            <ac:spMk id="34" creationId="{120C1A67-138B-EC06-EE81-0A00325A38B8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2:01:07.626" v="458" actId="20577"/>
          <ac:spMkLst>
            <pc:docMk/>
            <pc:sldMk cId="617265369" sldId="279"/>
            <ac:spMk id="35" creationId="{00000000-0000-0000-0000-000000000000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2:27:22.862" v="701" actId="1076"/>
          <ac:spMkLst>
            <pc:docMk/>
            <pc:sldMk cId="617265369" sldId="279"/>
            <ac:spMk id="36" creationId="{D2A42FDC-A8C7-DAD3-3E92-1ACB58C3300C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3:31:17.140" v="1421" actId="1076"/>
          <ac:spMkLst>
            <pc:docMk/>
            <pc:sldMk cId="617265369" sldId="279"/>
            <ac:spMk id="42" creationId="{00000000-0000-0000-0000-000000000000}"/>
          </ac:spMkLst>
        </pc:spChg>
        <pc:grpChg chg="add">
          <ac:chgData name="Larissa Nascimento dos Santos" userId="S::larissa.santos.terceirizada@icmbio.gov.br::12a4055e-129d-4f80-a52a-a82d6fd4d71c" providerId="AD" clId="Web-{05F8D24F-5DD9-6FD5-A2D9-0D5408B56067}" dt="2024-10-23T13:30:26.202" v="1417"/>
          <ac:grpSpMkLst>
            <pc:docMk/>
            <pc:sldMk cId="617265369" sldId="279"/>
            <ac:grpSpMk id="2" creationId="{CB81D64F-96BD-3695-6323-1CAB7A881F6F}"/>
          </ac:grpSpMkLst>
        </pc:grpChg>
        <pc:grpChg chg="add mod">
          <ac:chgData name="Larissa Nascimento dos Santos" userId="S::larissa.santos.terceirizada@icmbio.gov.br::12a4055e-129d-4f80-a52a-a82d6fd4d71c" providerId="AD" clId="Web-{05F8D24F-5DD9-6FD5-A2D9-0D5408B56067}" dt="2024-10-23T12:27:28.065" v="702" actId="1076"/>
          <ac:grpSpMkLst>
            <pc:docMk/>
            <pc:sldMk cId="617265369" sldId="279"/>
            <ac:grpSpMk id="18" creationId="{23EE31BD-6FB7-AA33-11B3-FBBCA5549829}"/>
          </ac:grpSpMkLst>
        </pc:grpChg>
        <pc:grpChg chg="add del mod">
          <ac:chgData name="Larissa Nascimento dos Santos" userId="S::larissa.santos.terceirizada@icmbio.gov.br::12a4055e-129d-4f80-a52a-a82d6fd4d71c" providerId="AD" clId="Web-{05F8D24F-5DD9-6FD5-A2D9-0D5408B56067}" dt="2024-10-23T12:23:31.328" v="608"/>
          <ac:grpSpMkLst>
            <pc:docMk/>
            <pc:sldMk cId="617265369" sldId="279"/>
            <ac:grpSpMk id="21" creationId="{03A48DF2-247A-A3AA-CC90-E7518C0D2B5F}"/>
          </ac:grpSpMkLst>
        </pc:grpChg>
        <pc:grpChg chg="del">
          <ac:chgData name="Larissa Nascimento dos Santos" userId="S::larissa.santos.terceirizada@icmbio.gov.br::12a4055e-129d-4f80-a52a-a82d6fd4d71c" providerId="AD" clId="Web-{05F8D24F-5DD9-6FD5-A2D9-0D5408B56067}" dt="2024-10-23T12:00:52.390" v="454"/>
          <ac:grpSpMkLst>
            <pc:docMk/>
            <pc:sldMk cId="617265369" sldId="279"/>
            <ac:grpSpMk id="33" creationId="{00000000-0000-0000-0000-000000000000}"/>
          </ac:grpSpMkLst>
        </pc:grpChg>
        <pc:picChg chg="add del mod">
          <ac:chgData name="Larissa Nascimento dos Santos" userId="S::larissa.santos.terceirizada@icmbio.gov.br::12a4055e-129d-4f80-a52a-a82d6fd4d71c" providerId="AD" clId="Web-{05F8D24F-5DD9-6FD5-A2D9-0D5408B56067}" dt="2024-10-23T11:55:58.180" v="395"/>
          <ac:picMkLst>
            <pc:docMk/>
            <pc:sldMk cId="617265369" sldId="279"/>
            <ac:picMk id="2" creationId="{875BA552-A1C1-4759-9394-7D775889EF57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1:56:58.591" v="415"/>
          <ac:picMkLst>
            <pc:docMk/>
            <pc:sldMk cId="617265369" sldId="279"/>
            <ac:picMk id="5" creationId="{00000000-0000-0000-0000-000000000000}"/>
          </ac:picMkLst>
        </pc:picChg>
        <pc:picChg chg="add del mod">
          <ac:chgData name="Larissa Nascimento dos Santos" userId="S::larissa.santos.terceirizada@icmbio.gov.br::12a4055e-129d-4f80-a52a-a82d6fd4d71c" providerId="AD" clId="Web-{05F8D24F-5DD9-6FD5-A2D9-0D5408B56067}" dt="2024-10-23T11:56:41.120" v="410"/>
          <ac:picMkLst>
            <pc:docMk/>
            <pc:sldMk cId="617265369" sldId="279"/>
            <ac:picMk id="8" creationId="{EC1CE8D9-FC86-7533-D5A0-6B1AEC67D99C}"/>
          </ac:picMkLst>
        </pc:picChg>
        <pc:picChg chg="add del mod">
          <ac:chgData name="Larissa Nascimento dos Santos" userId="S::larissa.santos.terceirizada@icmbio.gov.br::12a4055e-129d-4f80-a52a-a82d6fd4d71c" providerId="AD" clId="Web-{05F8D24F-5DD9-6FD5-A2D9-0D5408B56067}" dt="2024-10-23T12:23:19.999" v="604"/>
          <ac:picMkLst>
            <pc:docMk/>
            <pc:sldMk cId="617265369" sldId="279"/>
            <ac:picMk id="10" creationId="{F73DCCE4-FDED-538C-B9CC-1090F23C4DC5}"/>
          </ac:picMkLst>
        </pc:picChg>
        <pc:picChg chg="mod">
          <ac:chgData name="Larissa Nascimento dos Santos" userId="S::larissa.santos.terceirizada@icmbio.gov.br::12a4055e-129d-4f80-a52a-a82d6fd4d71c" providerId="AD" clId="Web-{05F8D24F-5DD9-6FD5-A2D9-0D5408B56067}" dt="2024-10-23T11:57:50.298" v="423" actId="1076"/>
          <ac:picMkLst>
            <pc:docMk/>
            <pc:sldMk cId="617265369" sldId="279"/>
            <ac:picMk id="14" creationId="{326D6137-C65E-7977-7836-C52A0B80B3A4}"/>
          </ac:picMkLst>
        </pc:picChg>
        <pc:picChg chg="add del mod">
          <ac:chgData name="Larissa Nascimento dos Santos" userId="S::larissa.santos.terceirizada@icmbio.gov.br::12a4055e-129d-4f80-a52a-a82d6fd4d71c" providerId="AD" clId="Web-{05F8D24F-5DD9-6FD5-A2D9-0D5408B56067}" dt="2024-10-23T12:28:33.836" v="708"/>
          <ac:picMkLst>
            <pc:docMk/>
            <pc:sldMk cId="617265369" sldId="279"/>
            <ac:picMk id="27" creationId="{18205134-A7CC-5545-75B0-9BBBBBF58CA2}"/>
          </ac:picMkLst>
        </pc:picChg>
        <pc:picChg chg="add mod">
          <ac:chgData name="Larissa Nascimento dos Santos" userId="S::larissa.santos.terceirizada@icmbio.gov.br::12a4055e-129d-4f80-a52a-a82d6fd4d71c" providerId="AD" clId="Web-{05F8D24F-5DD9-6FD5-A2D9-0D5408B56067}" dt="2024-10-23T12:26:01.355" v="644" actId="1076"/>
          <ac:picMkLst>
            <pc:docMk/>
            <pc:sldMk cId="617265369" sldId="279"/>
            <ac:picMk id="28" creationId="{5926D66E-1FED-26A1-1AD3-A10BA8D7C6BF}"/>
          </ac:picMkLst>
        </pc:picChg>
        <pc:picChg chg="add mod">
          <ac:chgData name="Larissa Nascimento dos Santos" userId="S::larissa.santos.terceirizada@icmbio.gov.br::12a4055e-129d-4f80-a52a-a82d6fd4d71c" providerId="AD" clId="Web-{05F8D24F-5DD9-6FD5-A2D9-0D5408B56067}" dt="2024-10-23T13:30:34.452" v="1419" actId="1076"/>
          <ac:picMkLst>
            <pc:docMk/>
            <pc:sldMk cId="617265369" sldId="279"/>
            <ac:picMk id="29" creationId="{F8756EC0-764F-D3E7-4B07-8BEB8EEAE252}"/>
          </ac:picMkLst>
        </pc:picChg>
        <pc:picChg chg="add mod">
          <ac:chgData name="Larissa Nascimento dos Santos" userId="S::larissa.santos.terceirizada@icmbio.gov.br::12a4055e-129d-4f80-a52a-a82d6fd4d71c" providerId="AD" clId="Web-{05F8D24F-5DD9-6FD5-A2D9-0D5408B56067}" dt="2024-10-23T12:26:01.324" v="643" actId="1076"/>
          <ac:picMkLst>
            <pc:docMk/>
            <pc:sldMk cId="617265369" sldId="279"/>
            <ac:picMk id="30" creationId="{826409CC-8BAC-F54F-857F-977270953BCF}"/>
          </ac:picMkLst>
        </pc:picChg>
        <pc:picChg chg="mod">
          <ac:chgData name="Larissa Nascimento dos Santos" userId="S::larissa.santos.terceirizada@icmbio.gov.br::12a4055e-129d-4f80-a52a-a82d6fd4d71c" providerId="AD" clId="Web-{05F8D24F-5DD9-6FD5-A2D9-0D5408B56067}" dt="2024-10-23T12:01:58.021" v="465" actId="1076"/>
          <ac:picMkLst>
            <pc:docMk/>
            <pc:sldMk cId="617265369" sldId="279"/>
            <ac:picMk id="87" creationId="{00000000-0000-0000-0000-000000000000}"/>
          </ac:picMkLst>
        </pc:picChg>
        <pc:cxnChg chg="del topLvl">
          <ac:chgData name="Larissa Nascimento dos Santos" userId="S::larissa.santos.terceirizada@icmbio.gov.br::12a4055e-129d-4f80-a52a-a82d6fd4d71c" providerId="AD" clId="Web-{05F8D24F-5DD9-6FD5-A2D9-0D5408B56067}" dt="2024-10-23T12:00:52.390" v="454"/>
          <ac:cxnSpMkLst>
            <pc:docMk/>
            <pc:sldMk cId="617265369" sldId="279"/>
            <ac:cxnSpMk id="26" creationId="{00000000-0000-0000-0000-000000000000}"/>
          </ac:cxnSpMkLst>
        </pc:cxnChg>
      </pc:sldChg>
      <pc:sldChg chg="modSp">
        <pc:chgData name="Larissa Nascimento dos Santos" userId="S::larissa.santos.terceirizada@icmbio.gov.br::12a4055e-129d-4f80-a52a-a82d6fd4d71c" providerId="AD" clId="Web-{05F8D24F-5DD9-6FD5-A2D9-0D5408B56067}" dt="2024-10-23T11:30:35.229" v="46" actId="20577"/>
        <pc:sldMkLst>
          <pc:docMk/>
          <pc:sldMk cId="2922826365" sldId="281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1:30:35.229" v="46" actId="20577"/>
          <ac:spMkLst>
            <pc:docMk/>
            <pc:sldMk cId="2922826365" sldId="281"/>
            <ac:spMk id="9" creationId="{C3FF8161-2907-7615-856D-95145F65B0DF}"/>
          </ac:spMkLst>
        </pc:spChg>
      </pc:sldChg>
      <pc:sldChg chg="addSp delSp modSp addAnim delAnim modAnim">
        <pc:chgData name="Larissa Nascimento dos Santos" userId="S::larissa.santos.terceirizada@icmbio.gov.br::12a4055e-129d-4f80-a52a-a82d6fd4d71c" providerId="AD" clId="Web-{05F8D24F-5DD9-6FD5-A2D9-0D5408B56067}" dt="2024-10-23T14:02:42.955" v="1644" actId="20577"/>
        <pc:sldMkLst>
          <pc:docMk/>
          <pc:sldMk cId="2030754578" sldId="282"/>
        </pc:sldMkLst>
        <pc:spChg chg="add del mod">
          <ac:chgData name="Larissa Nascimento dos Santos" userId="S::larissa.santos.terceirizada@icmbio.gov.br::12a4055e-129d-4f80-a52a-a82d6fd4d71c" providerId="AD" clId="Web-{05F8D24F-5DD9-6FD5-A2D9-0D5408B56067}" dt="2024-10-23T13:09:19.642" v="1274"/>
          <ac:spMkLst>
            <pc:docMk/>
            <pc:sldMk cId="2030754578" sldId="282"/>
            <ac:spMk id="2" creationId="{1E0DAE94-19E7-620E-636D-41A199A6CD8B}"/>
          </ac:spMkLst>
        </pc:spChg>
        <pc:spChg chg="add del mod">
          <ac:chgData name="Larissa Nascimento dos Santos" userId="S::larissa.santos.terceirizada@icmbio.gov.br::12a4055e-129d-4f80-a52a-a82d6fd4d71c" providerId="AD" clId="Web-{05F8D24F-5DD9-6FD5-A2D9-0D5408B56067}" dt="2024-10-23T11:59:37.119" v="440"/>
          <ac:spMkLst>
            <pc:docMk/>
            <pc:sldMk cId="2030754578" sldId="282"/>
            <ac:spMk id="5" creationId="{D9FD1071-9946-C281-B1E1-A16A72427938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1:42:37.194" v="196" actId="20577"/>
          <ac:spMkLst>
            <pc:docMk/>
            <pc:sldMk cId="2030754578" sldId="282"/>
            <ac:spMk id="7" creationId="{77F6ECB7-8E72-16FD-133A-32023F753119}"/>
          </ac:spMkLst>
        </pc:spChg>
        <pc:spChg chg="add del mod">
          <ac:chgData name="Larissa Nascimento dos Santos" userId="S::larissa.santos.terceirizada@icmbio.gov.br::12a4055e-129d-4f80-a52a-a82d6fd4d71c" providerId="AD" clId="Web-{05F8D24F-5DD9-6FD5-A2D9-0D5408B56067}" dt="2024-10-23T11:59:39.744" v="442"/>
          <ac:spMkLst>
            <pc:docMk/>
            <pc:sldMk cId="2030754578" sldId="282"/>
            <ac:spMk id="9" creationId="{C074346A-5773-746B-6445-6E4FB1D0A841}"/>
          </ac:spMkLst>
        </pc:spChg>
        <pc:spChg chg="add mod topLvl">
          <ac:chgData name="Larissa Nascimento dos Santos" userId="S::larissa.santos.terceirizada@icmbio.gov.br::12a4055e-129d-4f80-a52a-a82d6fd4d71c" providerId="AD" clId="Web-{05F8D24F-5DD9-6FD5-A2D9-0D5408B56067}" dt="2024-10-23T14:01:43" v="1639" actId="20577"/>
          <ac:spMkLst>
            <pc:docMk/>
            <pc:sldMk cId="2030754578" sldId="282"/>
            <ac:spMk id="10" creationId="{74BEEBEE-88E8-C506-B566-527840D42298}"/>
          </ac:spMkLst>
        </pc:spChg>
        <pc:spChg chg="add mod topLvl">
          <ac:chgData name="Larissa Nascimento dos Santos" userId="S::larissa.santos.terceirizada@icmbio.gov.br::12a4055e-129d-4f80-a52a-a82d6fd4d71c" providerId="AD" clId="Web-{05F8D24F-5DD9-6FD5-A2D9-0D5408B56067}" dt="2024-10-23T14:01:43" v="1638" actId="20577"/>
          <ac:spMkLst>
            <pc:docMk/>
            <pc:sldMk cId="2030754578" sldId="282"/>
            <ac:spMk id="11" creationId="{B9B9A0B5-1D2E-90E7-9222-02D4ABC8F170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4:01:43" v="1640" actId="20577"/>
          <ac:spMkLst>
            <pc:docMk/>
            <pc:sldMk cId="2030754578" sldId="282"/>
            <ac:spMk id="12" creationId="{5BE5784A-DB7C-390F-B54C-552791C9A5D1}"/>
          </ac:spMkLst>
        </pc:spChg>
        <pc:spChg chg="add mod topLvl">
          <ac:chgData name="Larissa Nascimento dos Santos" userId="S::larissa.santos.terceirizada@icmbio.gov.br::12a4055e-129d-4f80-a52a-a82d6fd4d71c" providerId="AD" clId="Web-{05F8D24F-5DD9-6FD5-A2D9-0D5408B56067}" dt="2024-10-23T14:02:22.251" v="1643" actId="20577"/>
          <ac:spMkLst>
            <pc:docMk/>
            <pc:sldMk cId="2030754578" sldId="282"/>
            <ac:spMk id="13" creationId="{C4CE2F3F-BF95-667F-5184-452EB2276917}"/>
          </ac:spMkLst>
        </pc:spChg>
        <pc:spChg chg="add mod topLvl">
          <ac:chgData name="Larissa Nascimento dos Santos" userId="S::larissa.santos.terceirizada@icmbio.gov.br::12a4055e-129d-4f80-a52a-a82d6fd4d71c" providerId="AD" clId="Web-{05F8D24F-5DD9-6FD5-A2D9-0D5408B56067}" dt="2024-10-23T14:01:43" v="1636" actId="20577"/>
          <ac:spMkLst>
            <pc:docMk/>
            <pc:sldMk cId="2030754578" sldId="282"/>
            <ac:spMk id="14" creationId="{8FC2CF77-587B-CA37-F37C-FFC52E7B31F7}"/>
          </ac:spMkLst>
        </pc:spChg>
        <pc:spChg chg="add mod topLvl">
          <ac:chgData name="Larissa Nascimento dos Santos" userId="S::larissa.santos.terceirizada@icmbio.gov.br::12a4055e-129d-4f80-a52a-a82d6fd4d71c" providerId="AD" clId="Web-{05F8D24F-5DD9-6FD5-A2D9-0D5408B56067}" dt="2024-10-23T14:01:43" v="1635" actId="20577"/>
          <ac:spMkLst>
            <pc:docMk/>
            <pc:sldMk cId="2030754578" sldId="282"/>
            <ac:spMk id="15" creationId="{EAF74140-F81B-FBDB-EDCC-18B4B2FE01EF}"/>
          </ac:spMkLst>
        </pc:spChg>
        <pc:spChg chg="add mod topLvl">
          <ac:chgData name="Larissa Nascimento dos Santos" userId="S::larissa.santos.terceirizada@icmbio.gov.br::12a4055e-129d-4f80-a52a-a82d6fd4d71c" providerId="AD" clId="Web-{05F8D24F-5DD9-6FD5-A2D9-0D5408B56067}" dt="2024-10-23T14:01:43" v="1634" actId="20577"/>
          <ac:spMkLst>
            <pc:docMk/>
            <pc:sldMk cId="2030754578" sldId="282"/>
            <ac:spMk id="16" creationId="{6C937893-F9DE-6599-9A68-ABEB67AF2873}"/>
          </ac:spMkLst>
        </pc:spChg>
        <pc:spChg chg="del mod">
          <ac:chgData name="Larissa Nascimento dos Santos" userId="S::larissa.santos.terceirizada@icmbio.gov.br::12a4055e-129d-4f80-a52a-a82d6fd4d71c" providerId="AD" clId="Web-{05F8D24F-5DD9-6FD5-A2D9-0D5408B56067}" dt="2024-10-23T12:28:29.227" v="707"/>
          <ac:spMkLst>
            <pc:docMk/>
            <pc:sldMk cId="2030754578" sldId="282"/>
            <ac:spMk id="17" creationId="{00000000-0000-0000-0000-000000000000}"/>
          </ac:spMkLst>
        </pc:spChg>
        <pc:spChg chg="add mod topLvl">
          <ac:chgData name="Larissa Nascimento dos Santos" userId="S::larissa.santos.terceirizada@icmbio.gov.br::12a4055e-129d-4f80-a52a-a82d6fd4d71c" providerId="AD" clId="Web-{05F8D24F-5DD9-6FD5-A2D9-0D5408B56067}" dt="2024-10-23T14:01:43" v="1633" actId="20577"/>
          <ac:spMkLst>
            <pc:docMk/>
            <pc:sldMk cId="2030754578" sldId="282"/>
            <ac:spMk id="18" creationId="{3FADCC8C-2CFA-5A6D-3C6C-5BD0B1F398AF}"/>
          </ac:spMkLst>
        </pc:spChg>
        <pc:spChg chg="mod topLvl">
          <ac:chgData name="Larissa Nascimento dos Santos" userId="S::larissa.santos.terceirizada@icmbio.gov.br::12a4055e-129d-4f80-a52a-a82d6fd4d71c" providerId="AD" clId="Web-{05F8D24F-5DD9-6FD5-A2D9-0D5408B56067}" dt="2024-10-23T13:32:36.689" v="1435" actId="1076"/>
          <ac:spMkLst>
            <pc:docMk/>
            <pc:sldMk cId="2030754578" sldId="282"/>
            <ac:spMk id="34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4:02:42.955" v="1644" actId="20577"/>
          <ac:spMkLst>
            <pc:docMk/>
            <pc:sldMk cId="2030754578" sldId="282"/>
            <ac:spMk id="35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1:47:55.126" v="292" actId="1076"/>
          <ac:spMkLst>
            <pc:docMk/>
            <pc:sldMk cId="2030754578" sldId="282"/>
            <ac:spMk id="40" creationId="{00000000-0000-0000-0000-000000000000}"/>
          </ac:spMkLst>
        </pc:spChg>
        <pc:grpChg chg="del">
          <ac:chgData name="Larissa Nascimento dos Santos" userId="S::larissa.santos.terceirizada@icmbio.gov.br::12a4055e-129d-4f80-a52a-a82d6fd4d71c" providerId="AD" clId="Web-{05F8D24F-5DD9-6FD5-A2D9-0D5408B56067}" dt="2024-10-23T11:31:01.777" v="47"/>
          <ac:grpSpMkLst>
            <pc:docMk/>
            <pc:sldMk cId="2030754578" sldId="282"/>
            <ac:grpSpMk id="3" creationId="{00000000-0000-0000-0000-000000000000}"/>
          </ac:grpSpMkLst>
        </pc:grpChg>
        <pc:grpChg chg="add del mod">
          <ac:chgData name="Larissa Nascimento dos Santos" userId="S::larissa.santos.terceirizada@icmbio.gov.br::12a4055e-129d-4f80-a52a-a82d6fd4d71c" providerId="AD" clId="Web-{05F8D24F-5DD9-6FD5-A2D9-0D5408B56067}" dt="2024-10-23T11:59:41.135" v="443"/>
          <ac:grpSpMkLst>
            <pc:docMk/>
            <pc:sldMk cId="2030754578" sldId="282"/>
            <ac:grpSpMk id="8" creationId="{FA57ABDE-B559-59FE-7AFC-B0651769532B}"/>
          </ac:grpSpMkLst>
        </pc:grpChg>
        <pc:grpChg chg="add del">
          <ac:chgData name="Larissa Nascimento dos Santos" userId="S::larissa.santos.terceirizada@icmbio.gov.br::12a4055e-129d-4f80-a52a-a82d6fd4d71c" providerId="AD" clId="Web-{05F8D24F-5DD9-6FD5-A2D9-0D5408B56067}" dt="2024-10-23T11:52:16.146" v="380"/>
          <ac:grpSpMkLst>
            <pc:docMk/>
            <pc:sldMk cId="2030754578" sldId="282"/>
            <ac:grpSpMk id="19" creationId="{C0338AED-4A93-39B6-581A-874AD5E69DF7}"/>
          </ac:grpSpMkLst>
        </pc:grpChg>
        <pc:grpChg chg="add">
          <ac:chgData name="Larissa Nascimento dos Santos" userId="S::larissa.santos.terceirizada@icmbio.gov.br::12a4055e-129d-4f80-a52a-a82d6fd4d71c" providerId="AD" clId="Web-{05F8D24F-5DD9-6FD5-A2D9-0D5408B56067}" dt="2024-10-23T11:52:27.241" v="381"/>
          <ac:grpSpMkLst>
            <pc:docMk/>
            <pc:sldMk cId="2030754578" sldId="282"/>
            <ac:grpSpMk id="20" creationId="{76D85BA8-D39F-432D-9031-3C2563092858}"/>
          </ac:grpSpMkLst>
        </pc:grpChg>
        <pc:grpChg chg="del">
          <ac:chgData name="Larissa Nascimento dos Santos" userId="S::larissa.santos.terceirizada@icmbio.gov.br::12a4055e-129d-4f80-a52a-a82d6fd4d71c" providerId="AD" clId="Web-{05F8D24F-5DD9-6FD5-A2D9-0D5408B56067}" dt="2024-10-23T11:31:01.902" v="51"/>
          <ac:grpSpMkLst>
            <pc:docMk/>
            <pc:sldMk cId="2030754578" sldId="282"/>
            <ac:grpSpMk id="36" creationId="{00000000-0000-0000-0000-000000000000}"/>
          </ac:grpSpMkLst>
        </pc:grpChg>
        <pc:grpChg chg="del topLvl">
          <ac:chgData name="Larissa Nascimento dos Santos" userId="S::larissa.santos.terceirizada@icmbio.gov.br::12a4055e-129d-4f80-a52a-a82d6fd4d71c" providerId="AD" clId="Web-{05F8D24F-5DD9-6FD5-A2D9-0D5408B56067}" dt="2024-10-23T11:31:01.933" v="52"/>
          <ac:grpSpMkLst>
            <pc:docMk/>
            <pc:sldMk cId="2030754578" sldId="282"/>
            <ac:grpSpMk id="37" creationId="{00000000-0000-0000-0000-000000000000}"/>
          </ac:grpSpMkLst>
        </pc:grpChg>
        <pc:picChg chg="del topLvl">
          <ac:chgData name="Larissa Nascimento dos Santos" userId="S::larissa.santos.terceirizada@icmbio.gov.br::12a4055e-129d-4f80-a52a-a82d6fd4d71c" providerId="AD" clId="Web-{05F8D24F-5DD9-6FD5-A2D9-0D5408B56067}" dt="2024-10-23T11:31:01.777" v="47"/>
          <ac:picMkLst>
            <pc:docMk/>
            <pc:sldMk cId="2030754578" sldId="282"/>
            <ac:picMk id="2" creationId="{00000000-0000-0000-0000-000000000000}"/>
          </ac:picMkLst>
        </pc:picChg>
        <pc:picChg chg="add del mod">
          <ac:chgData name="Larissa Nascimento dos Santos" userId="S::larissa.santos.terceirizada@icmbio.gov.br::12a4055e-129d-4f80-a52a-a82d6fd4d71c" providerId="AD" clId="Web-{05F8D24F-5DD9-6FD5-A2D9-0D5408B56067}" dt="2024-10-23T11:59:38.134" v="441"/>
          <ac:picMkLst>
            <pc:docMk/>
            <pc:sldMk cId="2030754578" sldId="282"/>
            <ac:picMk id="2" creationId="{27AEDD65-2679-AECF-A5E0-974AC9A1FA70}"/>
          </ac:picMkLst>
        </pc:picChg>
        <pc:picChg chg="add mod">
          <ac:chgData name="Larissa Nascimento dos Santos" userId="S::larissa.santos.terceirizada@icmbio.gov.br::12a4055e-129d-4f80-a52a-a82d6fd4d71c" providerId="AD" clId="Web-{05F8D24F-5DD9-6FD5-A2D9-0D5408B56067}" dt="2024-10-23T11:41:35.439" v="166" actId="1076"/>
          <ac:picMkLst>
            <pc:docMk/>
            <pc:sldMk cId="2030754578" sldId="282"/>
            <ac:picMk id="4" creationId="{132F3A75-C17C-12EA-DAD6-B7B9DE0146EA}"/>
          </ac:picMkLst>
        </pc:picChg>
        <pc:picChg chg="del topLvl">
          <ac:chgData name="Larissa Nascimento dos Santos" userId="S::larissa.santos.terceirizada@icmbio.gov.br::12a4055e-129d-4f80-a52a-a82d6fd4d71c" providerId="AD" clId="Web-{05F8D24F-5DD9-6FD5-A2D9-0D5408B56067}" dt="2024-10-23T11:31:01.933" v="52"/>
          <ac:picMkLst>
            <pc:docMk/>
            <pc:sldMk cId="2030754578" sldId="282"/>
            <ac:picMk id="12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1:31:01.902" v="51"/>
          <ac:picMkLst>
            <pc:docMk/>
            <pc:sldMk cId="2030754578" sldId="282"/>
            <ac:picMk id="13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1:31:01.855" v="50"/>
          <ac:picMkLst>
            <pc:docMk/>
            <pc:sldMk cId="2030754578" sldId="282"/>
            <ac:picMk id="14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1:31:01.824" v="49"/>
          <ac:picMkLst>
            <pc:docMk/>
            <pc:sldMk cId="2030754578" sldId="282"/>
            <ac:picMk id="15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1:31:01.777" v="48"/>
          <ac:picMkLst>
            <pc:docMk/>
            <pc:sldMk cId="2030754578" sldId="282"/>
            <ac:picMk id="16" creationId="{00000000-0000-0000-0000-000000000000}"/>
          </ac:picMkLst>
        </pc:picChg>
        <pc:picChg chg="add del mod">
          <ac:chgData name="Larissa Nascimento dos Santos" userId="S::larissa.santos.terceirizada@icmbio.gov.br::12a4055e-129d-4f80-a52a-a82d6fd4d71c" providerId="AD" clId="Web-{05F8D24F-5DD9-6FD5-A2D9-0D5408B56067}" dt="2024-10-23T12:24:48.396" v="626"/>
          <ac:picMkLst>
            <pc:docMk/>
            <pc:sldMk cId="2030754578" sldId="282"/>
            <ac:picMk id="25" creationId="{CB71F386-3040-DFF3-1994-DAE7C588B5C9}"/>
          </ac:picMkLst>
        </pc:picChg>
        <pc:picChg chg="add del mod">
          <ac:chgData name="Larissa Nascimento dos Santos" userId="S::larissa.santos.terceirizada@icmbio.gov.br::12a4055e-129d-4f80-a52a-a82d6fd4d71c" providerId="AD" clId="Web-{05F8D24F-5DD9-6FD5-A2D9-0D5408B56067}" dt="2024-10-23T12:48:58.154" v="1000"/>
          <ac:picMkLst>
            <pc:docMk/>
            <pc:sldMk cId="2030754578" sldId="282"/>
            <ac:picMk id="30" creationId="{BEF4A0E0-42AF-4792-C171-2C6C62BC5AFE}"/>
          </ac:picMkLst>
        </pc:picChg>
        <pc:cxnChg chg="add ord">
          <ac:chgData name="Larissa Nascimento dos Santos" userId="S::larissa.santos.terceirizada@icmbio.gov.br::12a4055e-129d-4f80-a52a-a82d6fd4d71c" providerId="AD" clId="Web-{05F8D24F-5DD9-6FD5-A2D9-0D5408B56067}" dt="2024-10-23T11:54:33.970" v="384"/>
          <ac:cxnSpMkLst>
            <pc:docMk/>
            <pc:sldMk cId="2030754578" sldId="282"/>
            <ac:cxnSpMk id="23" creationId="{1B068904-5CCE-9CA9-E803-255C1D552E25}"/>
          </ac:cxnSpMkLst>
        </pc:cxnChg>
      </pc:sldChg>
      <pc:sldChg chg="addSp delSp modSp addAnim delAnim">
        <pc:chgData name="Larissa Nascimento dos Santos" userId="S::larissa.santos.terceirizada@icmbio.gov.br::12a4055e-129d-4f80-a52a-a82d6fd4d71c" providerId="AD" clId="Web-{05F8D24F-5DD9-6FD5-A2D9-0D5408B56067}" dt="2024-10-23T13:21:46.067" v="1350" actId="1076"/>
        <pc:sldMkLst>
          <pc:docMk/>
          <pc:sldMk cId="1698386632" sldId="286"/>
        </pc:sldMkLst>
        <pc:spChg chg="add mod">
          <ac:chgData name="Larissa Nascimento dos Santos" userId="S::larissa.santos.terceirizada@icmbio.gov.br::12a4055e-129d-4f80-a52a-a82d6fd4d71c" providerId="AD" clId="Web-{05F8D24F-5DD9-6FD5-A2D9-0D5408B56067}" dt="2024-10-23T13:16:34.012" v="1298" actId="14100"/>
          <ac:spMkLst>
            <pc:docMk/>
            <pc:sldMk cId="1698386632" sldId="286"/>
            <ac:spMk id="2" creationId="{C9A87CCA-C099-7821-101C-EFBEC0E46676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3:21:20.957" v="1347" actId="20577"/>
          <ac:spMkLst>
            <pc:docMk/>
            <pc:sldMk cId="1698386632" sldId="286"/>
            <ac:spMk id="3" creationId="{1E0DAE94-19E7-620E-636D-41A199A6CD8B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3:21:46.067" v="1350" actId="1076"/>
          <ac:spMkLst>
            <pc:docMk/>
            <pc:sldMk cId="1698386632" sldId="286"/>
            <ac:spMk id="4" creationId="{620313B3-5895-246E-B131-668E6F8172E1}"/>
          </ac:spMkLst>
        </pc:spChg>
        <pc:spChg chg="del mod">
          <ac:chgData name="Larissa Nascimento dos Santos" userId="S::larissa.santos.terceirizada@icmbio.gov.br::12a4055e-129d-4f80-a52a-a82d6fd4d71c" providerId="AD" clId="Web-{05F8D24F-5DD9-6FD5-A2D9-0D5408B56067}" dt="2024-10-23T12:36:47.126" v="829"/>
          <ac:spMkLst>
            <pc:docMk/>
            <pc:sldMk cId="1698386632" sldId="286"/>
            <ac:spMk id="6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05F8D24F-5DD9-6FD5-A2D9-0D5408B56067}" dt="2024-10-23T12:34:45.132" v="815"/>
          <ac:spMkLst>
            <pc:docMk/>
            <pc:sldMk cId="1698386632" sldId="286"/>
            <ac:spMk id="41" creationId="{00000000-0000-0000-0000-000000000000}"/>
          </ac:spMkLst>
        </pc:spChg>
        <pc:grpChg chg="add">
          <ac:chgData name="Larissa Nascimento dos Santos" userId="S::larissa.santos.terceirizada@icmbio.gov.br::12a4055e-129d-4f80-a52a-a82d6fd4d71c" providerId="AD" clId="Web-{05F8D24F-5DD9-6FD5-A2D9-0D5408B56067}" dt="2024-10-23T13:16:27.480" v="1296"/>
          <ac:grpSpMkLst>
            <pc:docMk/>
            <pc:sldMk cId="1698386632" sldId="286"/>
            <ac:grpSpMk id="7" creationId="{3EA3CBE7-0F53-C471-93C9-42E11DB6152C}"/>
          </ac:grpSpMkLst>
        </pc:grpChg>
        <pc:grpChg chg="del">
          <ac:chgData name="Larissa Nascimento dos Santos" userId="S::larissa.santos.terceirizada@icmbio.gov.br::12a4055e-129d-4f80-a52a-a82d6fd4d71c" providerId="AD" clId="Web-{05F8D24F-5DD9-6FD5-A2D9-0D5408B56067}" dt="2024-10-23T12:34:40.304" v="812"/>
          <ac:grpSpMkLst>
            <pc:docMk/>
            <pc:sldMk cId="1698386632" sldId="286"/>
            <ac:grpSpMk id="34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05F8D24F-5DD9-6FD5-A2D9-0D5408B56067}" dt="2024-10-23T12:34:35.350" v="810"/>
          <ac:grpSpMkLst>
            <pc:docMk/>
            <pc:sldMk cId="1698386632" sldId="286"/>
            <ac:grpSpMk id="44" creationId="{00000000-0000-0000-0000-000000000000}"/>
          </ac:grpSpMkLst>
        </pc:grpChg>
        <pc:picChg chg="add mod">
          <ac:chgData name="Larissa Nascimento dos Santos" userId="S::larissa.santos.terceirizada@icmbio.gov.br::12a4055e-129d-4f80-a52a-a82d6fd4d71c" providerId="AD" clId="Web-{05F8D24F-5DD9-6FD5-A2D9-0D5408B56067}" dt="2024-10-23T13:18:08.233" v="1302" actId="14100"/>
          <ac:picMkLst>
            <pc:docMk/>
            <pc:sldMk cId="1698386632" sldId="286"/>
            <ac:picMk id="5" creationId="{319AF9E9-C66D-428A-1006-FAF5642D980D}"/>
          </ac:picMkLst>
        </pc:picChg>
        <pc:picChg chg="add mod">
          <ac:chgData name="Larissa Nascimento dos Santos" userId="S::larissa.santos.terceirizada@icmbio.gov.br::12a4055e-129d-4f80-a52a-a82d6fd4d71c" providerId="AD" clId="Web-{05F8D24F-5DD9-6FD5-A2D9-0D5408B56067}" dt="2024-10-23T13:16:05.714" v="1294" actId="1076"/>
          <ac:picMkLst>
            <pc:docMk/>
            <pc:sldMk cId="1698386632" sldId="286"/>
            <ac:picMk id="6" creationId="{1912ADB7-719B-9FA3-0DEB-5332BDC73838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2:34:41.991" v="813"/>
          <ac:picMkLst>
            <pc:docMk/>
            <pc:sldMk cId="1698386632" sldId="286"/>
            <ac:picMk id="27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2:34:36.663" v="811"/>
          <ac:picMkLst>
            <pc:docMk/>
            <pc:sldMk cId="1698386632" sldId="286"/>
            <ac:picMk id="45" creationId="{00000000-0000-0000-0000-000000000000}"/>
          </ac:picMkLst>
        </pc:picChg>
        <pc:cxnChg chg="del">
          <ac:chgData name="Larissa Nascimento dos Santos" userId="S::larissa.santos.terceirizada@icmbio.gov.br::12a4055e-129d-4f80-a52a-a82d6fd4d71c" providerId="AD" clId="Web-{05F8D24F-5DD9-6FD5-A2D9-0D5408B56067}" dt="2024-10-23T12:34:43.507" v="814"/>
          <ac:cxnSpMkLst>
            <pc:docMk/>
            <pc:sldMk cId="1698386632" sldId="286"/>
            <ac:cxnSpMk id="8" creationId="{00000000-0000-0000-0000-000000000000}"/>
          </ac:cxnSpMkLst>
        </pc:cxnChg>
      </pc:sldChg>
      <pc:sldChg chg="modSp">
        <pc:chgData name="Larissa Nascimento dos Santos" userId="S::larissa.santos.terceirizada@icmbio.gov.br::12a4055e-129d-4f80-a52a-a82d6fd4d71c" providerId="AD" clId="Web-{05F8D24F-5DD9-6FD5-A2D9-0D5408B56067}" dt="2024-10-23T13:51:33.906" v="1563" actId="20577"/>
        <pc:sldMkLst>
          <pc:docMk/>
          <pc:sldMk cId="4049512512" sldId="287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51:33.906" v="1563" actId="20577"/>
          <ac:spMkLst>
            <pc:docMk/>
            <pc:sldMk cId="4049512512" sldId="287"/>
            <ac:spMk id="14" creationId="{00000000-0000-0000-0000-000000000000}"/>
          </ac:spMkLst>
        </pc:spChg>
      </pc:sldChg>
      <pc:sldChg chg="del">
        <pc:chgData name="Larissa Nascimento dos Santos" userId="S::larissa.santos.terceirizada@icmbio.gov.br::12a4055e-129d-4f80-a52a-a82d6fd4d71c" providerId="AD" clId="Web-{05F8D24F-5DD9-6FD5-A2D9-0D5408B56067}" dt="2024-10-23T12:54:26.368" v="1085"/>
        <pc:sldMkLst>
          <pc:docMk/>
          <pc:sldMk cId="1100162360" sldId="288"/>
        </pc:sldMkLst>
      </pc:sldChg>
      <pc:sldChg chg="modSp del">
        <pc:chgData name="Larissa Nascimento dos Santos" userId="S::larissa.santos.terceirizada@icmbio.gov.br::12a4055e-129d-4f80-a52a-a82d6fd4d71c" providerId="AD" clId="Web-{05F8D24F-5DD9-6FD5-A2D9-0D5408B56067}" dt="2024-10-23T13:16:59.856" v="1301"/>
        <pc:sldMkLst>
          <pc:docMk/>
          <pc:sldMk cId="2411933051" sldId="289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07:18.373" v="1231" actId="20577"/>
          <ac:spMkLst>
            <pc:docMk/>
            <pc:sldMk cId="2411933051" sldId="289"/>
            <ac:spMk id="6" creationId="{00000000-0000-0000-0000-000000000000}"/>
          </ac:spMkLst>
        </pc:spChg>
      </pc:sldChg>
      <pc:sldChg chg="addSp delSp modSp">
        <pc:chgData name="Larissa Nascimento dos Santos" userId="S::larissa.santos.terceirizada@icmbio.gov.br::12a4055e-129d-4f80-a52a-a82d6fd4d71c" providerId="AD" clId="Web-{05F8D24F-5DD9-6FD5-A2D9-0D5408B56067}" dt="2024-10-23T14:07:32.962" v="1646" actId="20577"/>
        <pc:sldMkLst>
          <pc:docMk/>
          <pc:sldMk cId="2118194667" sldId="290"/>
        </pc:sldMkLst>
        <pc:spChg chg="add del mod">
          <ac:chgData name="Larissa Nascimento dos Santos" userId="S::larissa.santos.terceirizada@icmbio.gov.br::12a4055e-129d-4f80-a52a-a82d6fd4d71c" providerId="AD" clId="Web-{05F8D24F-5DD9-6FD5-A2D9-0D5408B56067}" dt="2024-10-23T12:56:03.985" v="1092"/>
          <ac:spMkLst>
            <pc:docMk/>
            <pc:sldMk cId="2118194667" sldId="290"/>
            <ac:spMk id="2" creationId="{DF50D60A-53BB-3C1C-6696-B16CB78F9583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3:00:23.646" v="1136" actId="1076"/>
          <ac:spMkLst>
            <pc:docMk/>
            <pc:sldMk cId="2118194667" sldId="290"/>
            <ac:spMk id="12" creationId="{00000000-0000-0000-0000-000000000000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4:07:32.962" v="1646" actId="20577"/>
          <ac:spMkLst>
            <pc:docMk/>
            <pc:sldMk cId="2118194667" sldId="290"/>
            <ac:spMk id="15" creationId="{1363B879-D9FF-84E8-04D4-5B19D3768E8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1:29:43.353" v="24" actId="1076"/>
          <ac:spMkLst>
            <pc:docMk/>
            <pc:sldMk cId="2118194667" sldId="290"/>
            <ac:spMk id="70" creationId="{00000000-0000-0000-0000-000000000000}"/>
          </ac:spMkLst>
        </pc:spChg>
        <pc:grpChg chg="mod">
          <ac:chgData name="Larissa Nascimento dos Santos" userId="S::larissa.santos.terceirizada@icmbio.gov.br::12a4055e-129d-4f80-a52a-a82d6fd4d71c" providerId="AD" clId="Web-{05F8D24F-5DD9-6FD5-A2D9-0D5408B56067}" dt="2024-10-23T13:00:23.725" v="1137" actId="1076"/>
          <ac:grpSpMkLst>
            <pc:docMk/>
            <pc:sldMk cId="2118194667" sldId="290"/>
            <ac:grpSpMk id="58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05F8D24F-5DD9-6FD5-A2D9-0D5408B56067}" dt="2024-10-23T13:00:23.756" v="1138" actId="1076"/>
          <ac:grpSpMkLst>
            <pc:docMk/>
            <pc:sldMk cId="2118194667" sldId="290"/>
            <ac:grpSpMk id="74" creationId="{00000000-0000-0000-0000-000000000000}"/>
          </ac:grpSpMkLst>
        </pc:grpChg>
        <pc:picChg chg="del">
          <ac:chgData name="Larissa Nascimento dos Santos" userId="S::larissa.santos.terceirizada@icmbio.gov.br::12a4055e-129d-4f80-a52a-a82d6fd4d71c" providerId="AD" clId="Web-{05F8D24F-5DD9-6FD5-A2D9-0D5408B56067}" dt="2024-10-23T12:55:43.171" v="1086"/>
          <ac:picMkLst>
            <pc:docMk/>
            <pc:sldMk cId="2118194667" sldId="290"/>
            <ac:picMk id="14" creationId="{061729D5-A609-E157-4BE9-7A7DDFF366D4}"/>
          </ac:picMkLst>
        </pc:picChg>
      </pc:sldChg>
      <pc:sldChg chg="addSp modSp">
        <pc:chgData name="Larissa Nascimento dos Santos" userId="S::larissa.santos.terceirizada@icmbio.gov.br::12a4055e-129d-4f80-a52a-a82d6fd4d71c" providerId="AD" clId="Web-{05F8D24F-5DD9-6FD5-A2D9-0D5408B56067}" dt="2024-10-23T14:03:17.315" v="1645" actId="20577"/>
        <pc:sldMkLst>
          <pc:docMk/>
          <pc:sldMk cId="3642185082" sldId="292"/>
        </pc:sldMkLst>
        <pc:spChg chg="add mod">
          <ac:chgData name="Larissa Nascimento dos Santos" userId="S::larissa.santos.terceirizada@icmbio.gov.br::12a4055e-129d-4f80-a52a-a82d6fd4d71c" providerId="AD" clId="Web-{05F8D24F-5DD9-6FD5-A2D9-0D5408B56067}" dt="2024-10-23T13:04:13.993" v="1205" actId="1076"/>
          <ac:spMkLst>
            <pc:docMk/>
            <pc:sldMk cId="3642185082" sldId="292"/>
            <ac:spMk id="4" creationId="{40AB91A4-0656-E11E-ECB4-2F61FCCF80F5}"/>
          </ac:spMkLst>
        </pc:spChg>
        <pc:spChg chg="add mod">
          <ac:chgData name="Larissa Nascimento dos Santos" userId="S::larissa.santos.terceirizada@icmbio.gov.br::12a4055e-129d-4f80-a52a-a82d6fd4d71c" providerId="AD" clId="Web-{05F8D24F-5DD9-6FD5-A2D9-0D5408B56067}" dt="2024-10-23T14:03:17.315" v="1645" actId="20577"/>
          <ac:spMkLst>
            <pc:docMk/>
            <pc:sldMk cId="3642185082" sldId="292"/>
            <ac:spMk id="9" creationId="{E08C3CDE-5620-A2F6-8639-4C982A21783C}"/>
          </ac:spMkLst>
        </pc:spChg>
        <pc:graphicFrameChg chg="add mod modGraphic">
          <ac:chgData name="Larissa Nascimento dos Santos" userId="S::larissa.santos.terceirizada@icmbio.gov.br::12a4055e-129d-4f80-a52a-a82d6fd4d71c" providerId="AD" clId="Web-{05F8D24F-5DD9-6FD5-A2D9-0D5408B56067}" dt="2024-10-23T13:04:06.555" v="1204" actId="1076"/>
          <ac:graphicFrameMkLst>
            <pc:docMk/>
            <pc:sldMk cId="3642185082" sldId="292"/>
            <ac:graphicFrameMk id="3" creationId="{01D2B847-D60C-5D43-E614-BF158566B3C9}"/>
          </ac:graphicFrameMkLst>
        </pc:graphicFrameChg>
        <pc:cxnChg chg="add">
          <ac:chgData name="Larissa Nascimento dos Santos" userId="S::larissa.santos.terceirizada@icmbio.gov.br::12a4055e-129d-4f80-a52a-a82d6fd4d71c" providerId="AD" clId="Web-{05F8D24F-5DD9-6FD5-A2D9-0D5408B56067}" dt="2024-10-23T13:04:36.370" v="1206"/>
          <ac:cxnSpMkLst>
            <pc:docMk/>
            <pc:sldMk cId="3642185082" sldId="292"/>
            <ac:cxnSpMk id="7" creationId="{0E3BB9BA-7289-4301-97E0-88B2CC8A970E}"/>
          </ac:cxnSpMkLst>
        </pc:cxnChg>
      </pc:sldChg>
      <pc:sldChg chg="modSp ord">
        <pc:chgData name="Larissa Nascimento dos Santos" userId="S::larissa.santos.terceirizada@icmbio.gov.br::12a4055e-129d-4f80-a52a-a82d6fd4d71c" providerId="AD" clId="Web-{05F8D24F-5DD9-6FD5-A2D9-0D5408B56067}" dt="2024-10-23T13:58:22.823" v="1612" actId="1076"/>
        <pc:sldMkLst>
          <pc:docMk/>
          <pc:sldMk cId="3798671968" sldId="293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58:22.823" v="1612" actId="1076"/>
          <ac:spMkLst>
            <pc:docMk/>
            <pc:sldMk cId="3798671968" sldId="293"/>
            <ac:spMk id="49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2:51:54.074" v="1059" actId="1076"/>
          <ac:spMkLst>
            <pc:docMk/>
            <pc:sldMk cId="3798671968" sldId="293"/>
            <ac:spMk id="50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2:51:54.105" v="1060" actId="1076"/>
          <ac:spMkLst>
            <pc:docMk/>
            <pc:sldMk cId="3798671968" sldId="293"/>
            <ac:spMk id="52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2:52:00.762" v="1062" actId="1076"/>
          <ac:spMkLst>
            <pc:docMk/>
            <pc:sldMk cId="3798671968" sldId="293"/>
            <ac:spMk id="57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5F8D24F-5DD9-6FD5-A2D9-0D5408B56067}" dt="2024-10-23T12:52:04.731" v="1064" actId="20577"/>
          <ac:spMkLst>
            <pc:docMk/>
            <pc:sldMk cId="3798671968" sldId="293"/>
            <ac:spMk id="62" creationId="{00000000-0000-0000-0000-000000000000}"/>
          </ac:spMkLst>
        </pc:spChg>
      </pc:sldChg>
      <pc:sldChg chg="addSp delSp modSp add ord replId delAnim">
        <pc:chgData name="Larissa Nascimento dos Santos" userId="S::larissa.santos.terceirizada@icmbio.gov.br::12a4055e-129d-4f80-a52a-a82d6fd4d71c" providerId="AD" clId="Web-{05F8D24F-5DD9-6FD5-A2D9-0D5408B56067}" dt="2024-10-23T13:57:18.853" v="1610"/>
        <pc:sldMkLst>
          <pc:docMk/>
          <pc:sldMk cId="2667751205" sldId="294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56:17.023" v="1606" actId="20577"/>
          <ac:spMkLst>
            <pc:docMk/>
            <pc:sldMk cId="2667751205" sldId="294"/>
            <ac:spMk id="6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05F8D24F-5DD9-6FD5-A2D9-0D5408B56067}" dt="2024-10-23T12:48:32.308" v="997"/>
          <ac:spMkLst>
            <pc:docMk/>
            <pc:sldMk cId="2667751205" sldId="294"/>
            <ac:spMk id="41" creationId="{00000000-0000-0000-0000-000000000000}"/>
          </ac:spMkLst>
        </pc:spChg>
        <pc:grpChg chg="add del mod">
          <ac:chgData name="Larissa Nascimento dos Santos" userId="S::larissa.santos.terceirizada@icmbio.gov.br::12a4055e-129d-4f80-a52a-a82d6fd4d71c" providerId="AD" clId="Web-{05F8D24F-5DD9-6FD5-A2D9-0D5408B56067}" dt="2024-10-23T13:57:18.853" v="1610"/>
          <ac:grpSpMkLst>
            <pc:docMk/>
            <pc:sldMk cId="2667751205" sldId="294"/>
            <ac:grpSpMk id="3" creationId="{157961A7-FA03-D500-73E9-9340D18C43A1}"/>
          </ac:grpSpMkLst>
        </pc:grpChg>
        <pc:grpChg chg="topLvl">
          <ac:chgData name="Larissa Nascimento dos Santos" userId="S::larissa.santos.terceirizada@icmbio.gov.br::12a4055e-129d-4f80-a52a-a82d6fd4d71c" providerId="AD" clId="Web-{05F8D24F-5DD9-6FD5-A2D9-0D5408B56067}" dt="2024-10-23T13:57:18.853" v="1610"/>
          <ac:grpSpMkLst>
            <pc:docMk/>
            <pc:sldMk cId="2667751205" sldId="294"/>
            <ac:grpSpMk id="34" creationId="{00000000-0000-0000-0000-000000000000}"/>
          </ac:grpSpMkLst>
        </pc:grpChg>
        <pc:picChg chg="add del mod">
          <ac:chgData name="Larissa Nascimento dos Santos" userId="S::larissa.santos.terceirizada@icmbio.gov.br::12a4055e-129d-4f80-a52a-a82d6fd4d71c" providerId="AD" clId="Web-{05F8D24F-5DD9-6FD5-A2D9-0D5408B56067}" dt="2024-10-23T13:37:35.244" v="1492"/>
          <ac:picMkLst>
            <pc:docMk/>
            <pc:sldMk cId="2667751205" sldId="294"/>
            <ac:picMk id="2" creationId="{D50DFA09-52BC-370A-861A-3BA6CAA6DD83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2:48:21.401" v="994"/>
          <ac:picMkLst>
            <pc:docMk/>
            <pc:sldMk cId="2667751205" sldId="294"/>
            <ac:picMk id="27" creationId="{00000000-0000-0000-0000-000000000000}"/>
          </ac:picMkLst>
        </pc:picChg>
        <pc:picChg chg="topLvl">
          <ac:chgData name="Larissa Nascimento dos Santos" userId="S::larissa.santos.terceirizada@icmbio.gov.br::12a4055e-129d-4f80-a52a-a82d6fd4d71c" providerId="AD" clId="Web-{05F8D24F-5DD9-6FD5-A2D9-0D5408B56067}" dt="2024-10-23T13:57:18.853" v="1610"/>
          <ac:picMkLst>
            <pc:docMk/>
            <pc:sldMk cId="2667751205" sldId="294"/>
            <ac:picMk id="45" creationId="{00000000-0000-0000-0000-000000000000}"/>
          </ac:picMkLst>
        </pc:picChg>
        <pc:cxnChg chg="del">
          <ac:chgData name="Larissa Nascimento dos Santos" userId="S::larissa.santos.terceirizada@icmbio.gov.br::12a4055e-129d-4f80-a52a-a82d6fd4d71c" providerId="AD" clId="Web-{05F8D24F-5DD9-6FD5-A2D9-0D5408B56067}" dt="2024-10-23T12:48:24.823" v="995"/>
          <ac:cxnSpMkLst>
            <pc:docMk/>
            <pc:sldMk cId="2667751205" sldId="294"/>
            <ac:cxnSpMk id="8" creationId="{00000000-0000-0000-0000-000000000000}"/>
          </ac:cxnSpMkLst>
        </pc:cxnChg>
      </pc:sldChg>
      <pc:sldChg chg="modSp add replId">
        <pc:chgData name="Larissa Nascimento dos Santos" userId="S::larissa.santos.terceirizada@icmbio.gov.br::12a4055e-129d-4f80-a52a-a82d6fd4d71c" providerId="AD" clId="Web-{05F8D24F-5DD9-6FD5-A2D9-0D5408B56067}" dt="2024-10-23T13:54:10.113" v="1593" actId="20577"/>
        <pc:sldMkLst>
          <pc:docMk/>
          <pc:sldMk cId="2462516534" sldId="295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54:10.113" v="1593" actId="20577"/>
          <ac:spMkLst>
            <pc:docMk/>
            <pc:sldMk cId="2462516534" sldId="295"/>
            <ac:spMk id="139" creationId="{00000000-0000-0000-0000-000000000000}"/>
          </ac:spMkLst>
        </pc:spChg>
      </pc:sldChg>
      <pc:sldChg chg="delSp modSp add replId delAnim">
        <pc:chgData name="Larissa Nascimento dos Santos" userId="S::larissa.santos.terceirizada@icmbio.gov.br::12a4055e-129d-4f80-a52a-a82d6fd4d71c" providerId="AD" clId="Web-{05F8D24F-5DD9-6FD5-A2D9-0D5408B56067}" dt="2024-10-23T13:57:51.822" v="1611" actId="14100"/>
        <pc:sldMkLst>
          <pc:docMk/>
          <pc:sldMk cId="2661808621" sldId="296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56:09.867" v="1602" actId="20577"/>
          <ac:spMkLst>
            <pc:docMk/>
            <pc:sldMk cId="2661808621" sldId="296"/>
            <ac:spMk id="6" creationId="{00000000-0000-0000-0000-000000000000}"/>
          </ac:spMkLst>
        </pc:spChg>
        <pc:grpChg chg="del">
          <ac:chgData name="Larissa Nascimento dos Santos" userId="S::larissa.santos.terceirizada@icmbio.gov.br::12a4055e-129d-4f80-a52a-a82d6fd4d71c" providerId="AD" clId="Web-{05F8D24F-5DD9-6FD5-A2D9-0D5408B56067}" dt="2024-10-23T13:37:55.276" v="1494"/>
          <ac:grpSpMkLst>
            <pc:docMk/>
            <pc:sldMk cId="2661808621" sldId="296"/>
            <ac:grpSpMk id="34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05F8D24F-5DD9-6FD5-A2D9-0D5408B56067}" dt="2024-10-23T13:37:19.025" v="1490"/>
          <ac:grpSpMkLst>
            <pc:docMk/>
            <pc:sldMk cId="2661808621" sldId="296"/>
            <ac:grpSpMk id="44" creationId="{00000000-0000-0000-0000-000000000000}"/>
          </ac:grpSpMkLst>
        </pc:grpChg>
        <pc:picChg chg="mod ord">
          <ac:chgData name="Larissa Nascimento dos Santos" userId="S::larissa.santos.terceirizada@icmbio.gov.br::12a4055e-129d-4f80-a52a-a82d6fd4d71c" providerId="AD" clId="Web-{05F8D24F-5DD9-6FD5-A2D9-0D5408B56067}" dt="2024-10-23T13:57:51.822" v="1611" actId="14100"/>
          <ac:picMkLst>
            <pc:docMk/>
            <pc:sldMk cId="2661808621" sldId="296"/>
            <ac:picMk id="2" creationId="{D50DFA09-52BC-370A-861A-3BA6CAA6DD83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3:37:16.681" v="1489"/>
          <ac:picMkLst>
            <pc:docMk/>
            <pc:sldMk cId="2661808621" sldId="296"/>
            <ac:picMk id="36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3:37:56.385" v="1495"/>
          <ac:picMkLst>
            <pc:docMk/>
            <pc:sldMk cId="2661808621" sldId="296"/>
            <ac:picMk id="45" creationId="{00000000-0000-0000-0000-000000000000}"/>
          </ac:picMkLst>
        </pc:picChg>
      </pc:sldChg>
      <pc:sldChg chg="addSp delSp modSp add replId delAnim">
        <pc:chgData name="Larissa Nascimento dos Santos" userId="S::larissa.santos.terceirizada@icmbio.gov.br::12a4055e-129d-4f80-a52a-a82d6fd4d71c" providerId="AD" clId="Web-{05F8D24F-5DD9-6FD5-A2D9-0D5408B56067}" dt="2024-10-23T13:50:14.232" v="1559" actId="14100"/>
        <pc:sldMkLst>
          <pc:docMk/>
          <pc:sldMk cId="483420308" sldId="297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49:28.481" v="1554" actId="1076"/>
          <ac:spMkLst>
            <pc:docMk/>
            <pc:sldMk cId="483420308" sldId="297"/>
            <ac:spMk id="6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05F8D24F-5DD9-6FD5-A2D9-0D5408B56067}" dt="2024-10-23T13:39:50.529" v="1508"/>
          <ac:spMkLst>
            <pc:docMk/>
            <pc:sldMk cId="483420308" sldId="297"/>
            <ac:spMk id="14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05F8D24F-5DD9-6FD5-A2D9-0D5408B56067}" dt="2024-10-23T13:39:40.528" v="1501"/>
          <ac:spMkLst>
            <pc:docMk/>
            <pc:sldMk cId="483420308" sldId="297"/>
            <ac:spMk id="17" creationId="{5E53E66F-AD4A-6C51-0FC1-B1C43B2DEFBD}"/>
          </ac:spMkLst>
        </pc:spChg>
        <pc:spChg chg="del">
          <ac:chgData name="Larissa Nascimento dos Santos" userId="S::larissa.santos.terceirizada@icmbio.gov.br::12a4055e-129d-4f80-a52a-a82d6fd4d71c" providerId="AD" clId="Web-{05F8D24F-5DD9-6FD5-A2D9-0D5408B56067}" dt="2024-10-23T13:39:45.294" v="1504"/>
          <ac:spMkLst>
            <pc:docMk/>
            <pc:sldMk cId="483420308" sldId="297"/>
            <ac:spMk id="19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05F8D24F-5DD9-6FD5-A2D9-0D5408B56067}" dt="2024-10-23T13:39:43.747" v="1503"/>
          <ac:spMkLst>
            <pc:docMk/>
            <pc:sldMk cId="483420308" sldId="297"/>
            <ac:spMk id="20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05F8D24F-5DD9-6FD5-A2D9-0D5408B56067}" dt="2024-10-23T13:39:50.529" v="1507"/>
          <ac:spMkLst>
            <pc:docMk/>
            <pc:sldMk cId="483420308" sldId="297"/>
            <ac:spMk id="37" creationId="{00000000-0000-0000-0000-000000000000}"/>
          </ac:spMkLst>
        </pc:spChg>
        <pc:grpChg chg="del">
          <ac:chgData name="Larissa Nascimento dos Santos" userId="S::larissa.santos.terceirizada@icmbio.gov.br::12a4055e-129d-4f80-a52a-a82d6fd4d71c" providerId="AD" clId="Web-{05F8D24F-5DD9-6FD5-A2D9-0D5408B56067}" dt="2024-10-23T13:39:50.529" v="1506"/>
          <ac:grpSpMkLst>
            <pc:docMk/>
            <pc:sldMk cId="483420308" sldId="297"/>
            <ac:grpSpMk id="29" creationId="{00000000-0000-0000-0000-000000000000}"/>
          </ac:grpSpMkLst>
        </pc:grpChg>
        <pc:picChg chg="add del mod">
          <ac:chgData name="Larissa Nascimento dos Santos" userId="S::larissa.santos.terceirizada@icmbio.gov.br::12a4055e-129d-4f80-a52a-a82d6fd4d71c" providerId="AD" clId="Web-{05F8D24F-5DD9-6FD5-A2D9-0D5408B56067}" dt="2024-10-23T13:48:12.323" v="1540"/>
          <ac:picMkLst>
            <pc:docMk/>
            <pc:sldMk cId="483420308" sldId="297"/>
            <ac:picMk id="2" creationId="{D711B578-3B4C-5987-599D-96CEA2DFE4C4}"/>
          </ac:picMkLst>
        </pc:picChg>
        <pc:picChg chg="add mod">
          <ac:chgData name="Larissa Nascimento dos Santos" userId="S::larissa.santos.terceirizada@icmbio.gov.br::12a4055e-129d-4f80-a52a-a82d6fd4d71c" providerId="AD" clId="Web-{05F8D24F-5DD9-6FD5-A2D9-0D5408B56067}" dt="2024-10-23T13:50:14.232" v="1559" actId="14100"/>
          <ac:picMkLst>
            <pc:docMk/>
            <pc:sldMk cId="483420308" sldId="297"/>
            <ac:picMk id="3" creationId="{402446AE-E551-764C-C74E-F7E871FF5A41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3:39:50.529" v="1511"/>
          <ac:picMkLst>
            <pc:docMk/>
            <pc:sldMk cId="483420308" sldId="297"/>
            <ac:picMk id="10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3:39:50.529" v="1510"/>
          <ac:picMkLst>
            <pc:docMk/>
            <pc:sldMk cId="483420308" sldId="297"/>
            <ac:picMk id="11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3:39:50.529" v="1509"/>
          <ac:picMkLst>
            <pc:docMk/>
            <pc:sldMk cId="483420308" sldId="297"/>
            <ac:picMk id="12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3:39:50.529" v="1505"/>
          <ac:picMkLst>
            <pc:docMk/>
            <pc:sldMk cId="483420308" sldId="297"/>
            <ac:picMk id="15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3:39:41.919" v="1502"/>
          <ac:picMkLst>
            <pc:docMk/>
            <pc:sldMk cId="483420308" sldId="297"/>
            <ac:picMk id="18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5F8D24F-5DD9-6FD5-A2D9-0D5408B56067}" dt="2024-10-23T13:39:57.872" v="1514"/>
          <ac:picMkLst>
            <pc:docMk/>
            <pc:sldMk cId="483420308" sldId="297"/>
            <ac:picMk id="25" creationId="{00000000-0000-0000-0000-000000000000}"/>
          </ac:picMkLst>
        </pc:picChg>
      </pc:sldChg>
      <pc:sldChg chg="modSp add replId">
        <pc:chgData name="Larissa Nascimento dos Santos" userId="S::larissa.santos.terceirizada@icmbio.gov.br::12a4055e-129d-4f80-a52a-a82d6fd4d71c" providerId="AD" clId="Web-{05F8D24F-5DD9-6FD5-A2D9-0D5408B56067}" dt="2024-10-23T13:58:47.371" v="1616" actId="20577"/>
        <pc:sldMkLst>
          <pc:docMk/>
          <pc:sldMk cId="901284036" sldId="298"/>
        </pc:sldMkLst>
        <pc:spChg chg="mod">
          <ac:chgData name="Larissa Nascimento dos Santos" userId="S::larissa.santos.terceirizada@icmbio.gov.br::12a4055e-129d-4f80-a52a-a82d6fd4d71c" providerId="AD" clId="Web-{05F8D24F-5DD9-6FD5-A2D9-0D5408B56067}" dt="2024-10-23T13:58:47.371" v="1616" actId="20577"/>
          <ac:spMkLst>
            <pc:docMk/>
            <pc:sldMk cId="901284036" sldId="298"/>
            <ac:spMk id="139" creationId="{00000000-0000-0000-0000-000000000000}"/>
          </ac:spMkLst>
        </pc:spChg>
      </pc:sldChg>
    </pc:docChg>
  </pc:docChgLst>
  <pc:docChgLst>
    <pc:chgData name="Larissa Nascimento dos Santos" userId="S::larissa.santos.terceirizada@icmbio.gov.br::12a4055e-129d-4f80-a52a-a82d6fd4d71c" providerId="AD" clId="Web-{3DEBEAA5-F307-9A64-FD85-6FCF4B64738F}"/>
    <pc:docChg chg="modSld">
      <pc:chgData name="Larissa Nascimento dos Santos" userId="S::larissa.santos.terceirizada@icmbio.gov.br::12a4055e-129d-4f80-a52a-a82d6fd4d71c" providerId="AD" clId="Web-{3DEBEAA5-F307-9A64-FD85-6FCF4B64738F}" dt="2024-12-06T17:42:57.632" v="32" actId="14100"/>
      <pc:docMkLst>
        <pc:docMk/>
      </pc:docMkLst>
      <pc:sldChg chg="modSp">
        <pc:chgData name="Larissa Nascimento dos Santos" userId="S::larissa.santos.terceirizada@icmbio.gov.br::12a4055e-129d-4f80-a52a-a82d6fd4d71c" providerId="AD" clId="Web-{3DEBEAA5-F307-9A64-FD85-6FCF4B64738F}" dt="2024-12-06T17:42:57.632" v="32" actId="14100"/>
        <pc:sldMkLst>
          <pc:docMk/>
          <pc:sldMk cId="2667751205" sldId="294"/>
        </pc:sldMkLst>
        <pc:spChg chg="mod">
          <ac:chgData name="Larissa Nascimento dos Santos" userId="S::larissa.santos.terceirizada@icmbio.gov.br::12a4055e-129d-4f80-a52a-a82d6fd4d71c" providerId="AD" clId="Web-{3DEBEAA5-F307-9A64-FD85-6FCF4B64738F}" dt="2024-12-06T17:42:29.615" v="9" actId="1076"/>
          <ac:spMkLst>
            <pc:docMk/>
            <pc:sldMk cId="2667751205" sldId="294"/>
            <ac:spMk id="2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3DEBEAA5-F307-9A64-FD85-6FCF4B64738F}" dt="2024-12-06T17:42:57.632" v="32" actId="14100"/>
          <ac:spMkLst>
            <pc:docMk/>
            <pc:sldMk cId="2667751205" sldId="294"/>
            <ac:spMk id="18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3DEBEAA5-F307-9A64-FD85-6FCF4B64738F}" dt="2024-12-06T17:42:29.678" v="11" actId="1076"/>
          <ac:spMkLst>
            <pc:docMk/>
            <pc:sldMk cId="2667751205" sldId="294"/>
            <ac:spMk id="19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3DEBEAA5-F307-9A64-FD85-6FCF4B64738F}" dt="2024-12-06T17:42:36.662" v="24" actId="14100"/>
          <ac:spMkLst>
            <pc:docMk/>
            <pc:sldMk cId="2667751205" sldId="294"/>
            <ac:spMk id="21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3DEBEAA5-F307-9A64-FD85-6FCF4B64738F}" dt="2024-12-06T17:42:29.709" v="13" actId="1076"/>
          <ac:spMkLst>
            <pc:docMk/>
            <pc:sldMk cId="2667751205" sldId="294"/>
            <ac:spMk id="22" creationId="{00000000-0000-0000-0000-000000000000}"/>
          </ac:spMkLst>
        </pc:spChg>
        <pc:grpChg chg="mod">
          <ac:chgData name="Larissa Nascimento dos Santos" userId="S::larissa.santos.terceirizada@icmbio.gov.br::12a4055e-129d-4f80-a52a-a82d6fd4d71c" providerId="AD" clId="Web-{3DEBEAA5-F307-9A64-FD85-6FCF4B64738F}" dt="2024-12-06T17:42:29.600" v="8" actId="1076"/>
          <ac:grpSpMkLst>
            <pc:docMk/>
            <pc:sldMk cId="2667751205" sldId="294"/>
            <ac:grpSpMk id="34" creationId="{00000000-0000-0000-0000-000000000000}"/>
          </ac:grpSpMkLst>
        </pc:grpChg>
        <pc:picChg chg="mod">
          <ac:chgData name="Larissa Nascimento dos Santos" userId="S::larissa.santos.terceirizada@icmbio.gov.br::12a4055e-129d-4f80-a52a-a82d6fd4d71c" providerId="AD" clId="Web-{3DEBEAA5-F307-9A64-FD85-6FCF4B64738F}" dt="2024-12-06T17:42:29.569" v="7" actId="1076"/>
          <ac:picMkLst>
            <pc:docMk/>
            <pc:sldMk cId="2667751205" sldId="294"/>
            <ac:picMk id="45" creationId="{00000000-0000-0000-0000-000000000000}"/>
          </ac:picMkLst>
        </pc:picChg>
      </pc:sldChg>
    </pc:docChg>
  </pc:docChgLst>
  <pc:docChgLst>
    <pc:chgData name="Larissa Nascimento dos Santos" userId="S::larissa.santos.terceirizada@icmbio.gov.br::12a4055e-129d-4f80-a52a-a82d6fd4d71c" providerId="AD" clId="Web-{14C5738A-C83E-50D4-E475-81CE700FF422}"/>
    <pc:docChg chg="addSld modSld">
      <pc:chgData name="Larissa Nascimento dos Santos" userId="S::larissa.santos.terceirizada@icmbio.gov.br::12a4055e-129d-4f80-a52a-a82d6fd4d71c" providerId="AD" clId="Web-{14C5738A-C83E-50D4-E475-81CE700FF422}" dt="2024-10-16T22:32:29.565" v="102" actId="20577"/>
      <pc:docMkLst>
        <pc:docMk/>
      </pc:docMkLst>
      <pc:sldChg chg="modSp">
        <pc:chgData name="Larissa Nascimento dos Santos" userId="S::larissa.santos.terceirizada@icmbio.gov.br::12a4055e-129d-4f80-a52a-a82d6fd4d71c" providerId="AD" clId="Web-{14C5738A-C83E-50D4-E475-81CE700FF422}" dt="2024-10-16T22:25:08.019" v="28" actId="20577"/>
        <pc:sldMkLst>
          <pc:docMk/>
          <pc:sldMk cId="895595032" sldId="270"/>
        </pc:sldMkLst>
        <pc:spChg chg="mod">
          <ac:chgData name="Larissa Nascimento dos Santos" userId="S::larissa.santos.terceirizada@icmbio.gov.br::12a4055e-129d-4f80-a52a-a82d6fd4d71c" providerId="AD" clId="Web-{14C5738A-C83E-50D4-E475-81CE700FF422}" dt="2024-10-16T22:25:08.019" v="28" actId="20577"/>
          <ac:spMkLst>
            <pc:docMk/>
            <pc:sldMk cId="895595032" sldId="270"/>
            <ac:spMk id="65" creationId="{00000000-0000-0000-0000-000000000000}"/>
          </ac:spMkLst>
        </pc:spChg>
      </pc:sldChg>
      <pc:sldChg chg="addSp modSp addAnim delAnim">
        <pc:chgData name="Larissa Nascimento dos Santos" userId="S::larissa.santos.terceirizada@icmbio.gov.br::12a4055e-129d-4f80-a52a-a82d6fd4d71c" providerId="AD" clId="Web-{14C5738A-C83E-50D4-E475-81CE700FF422}" dt="2024-10-16T22:29:47.590" v="48"/>
        <pc:sldMkLst>
          <pc:docMk/>
          <pc:sldMk cId="1310191555" sldId="273"/>
        </pc:sldMkLst>
        <pc:spChg chg="add mod">
          <ac:chgData name="Larissa Nascimento dos Santos" userId="S::larissa.santos.terceirizada@icmbio.gov.br::12a4055e-129d-4f80-a52a-a82d6fd4d71c" providerId="AD" clId="Web-{14C5738A-C83E-50D4-E475-81CE700FF422}" dt="2024-10-16T22:29:04.651" v="44" actId="14100"/>
          <ac:spMkLst>
            <pc:docMk/>
            <pc:sldMk cId="1310191555" sldId="273"/>
            <ac:spMk id="7" creationId="{0F00389B-7AE3-17CF-66D1-680750AD730F}"/>
          </ac:spMkLst>
        </pc:spChg>
        <pc:spChg chg="mod">
          <ac:chgData name="Larissa Nascimento dos Santos" userId="S::larissa.santos.terceirizada@icmbio.gov.br::12a4055e-129d-4f80-a52a-a82d6fd4d71c" providerId="AD" clId="Web-{14C5738A-C83E-50D4-E475-81CE700FF422}" dt="2024-10-16T22:29:31.089" v="46" actId="20577"/>
          <ac:spMkLst>
            <pc:docMk/>
            <pc:sldMk cId="1310191555" sldId="273"/>
            <ac:spMk id="28" creationId="{00000000-0000-0000-0000-000000000000}"/>
          </ac:spMkLst>
        </pc:spChg>
        <pc:grpChg chg="add">
          <ac:chgData name="Larissa Nascimento dos Santos" userId="S::larissa.santos.terceirizada@icmbio.gov.br::12a4055e-129d-4f80-a52a-a82d6fd4d71c" providerId="AD" clId="Web-{14C5738A-C83E-50D4-E475-81CE700FF422}" dt="2024-10-16T22:29:45.230" v="47"/>
          <ac:grpSpMkLst>
            <pc:docMk/>
            <pc:sldMk cId="1310191555" sldId="273"/>
            <ac:grpSpMk id="16" creationId="{CB14F728-F68B-7A91-0F55-9F381A31AB40}"/>
          </ac:grpSpMkLst>
        </pc:grpChg>
      </pc:sldChg>
      <pc:sldChg chg="modSp">
        <pc:chgData name="Larissa Nascimento dos Santos" userId="S::larissa.santos.terceirizada@icmbio.gov.br::12a4055e-129d-4f80-a52a-a82d6fd4d71c" providerId="AD" clId="Web-{14C5738A-C83E-50D4-E475-81CE700FF422}" dt="2024-10-16T22:26:19.177" v="32" actId="1076"/>
        <pc:sldMkLst>
          <pc:docMk/>
          <pc:sldMk cId="2922826365" sldId="281"/>
        </pc:sldMkLst>
        <pc:spChg chg="mod">
          <ac:chgData name="Larissa Nascimento dos Santos" userId="S::larissa.santos.terceirizada@icmbio.gov.br::12a4055e-129d-4f80-a52a-a82d6fd4d71c" providerId="AD" clId="Web-{14C5738A-C83E-50D4-E475-81CE700FF422}" dt="2024-10-16T22:22:56.797" v="15" actId="14100"/>
          <ac:spMkLst>
            <pc:docMk/>
            <pc:sldMk cId="2922826365" sldId="281"/>
            <ac:spMk id="5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4C5738A-C83E-50D4-E475-81CE700FF422}" dt="2024-10-16T22:23:34.626" v="18" actId="1076"/>
          <ac:spMkLst>
            <pc:docMk/>
            <pc:sldMk cId="2922826365" sldId="281"/>
            <ac:spMk id="125" creationId="{00000000-0000-0000-0000-000000000000}"/>
          </ac:spMkLst>
        </pc:spChg>
        <pc:grpChg chg="mod">
          <ac:chgData name="Larissa Nascimento dos Santos" userId="S::larissa.santos.terceirizada@icmbio.gov.br::12a4055e-129d-4f80-a52a-a82d6fd4d71c" providerId="AD" clId="Web-{14C5738A-C83E-50D4-E475-81CE700FF422}" dt="2024-10-16T22:20:34.652" v="3" actId="1076"/>
          <ac:grpSpMkLst>
            <pc:docMk/>
            <pc:sldMk cId="2922826365" sldId="281"/>
            <ac:grpSpMk id="7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14C5738A-C83E-50D4-E475-81CE700FF422}" dt="2024-10-16T22:20:34.636" v="2" actId="1076"/>
          <ac:grpSpMkLst>
            <pc:docMk/>
            <pc:sldMk cId="2922826365" sldId="281"/>
            <ac:grpSpMk id="123" creationId="{00000000-0000-0000-0000-000000000000}"/>
          </ac:grpSpMkLst>
        </pc:grpChg>
        <pc:picChg chg="mod">
          <ac:chgData name="Larissa Nascimento dos Santos" userId="S::larissa.santos.terceirizada@icmbio.gov.br::12a4055e-129d-4f80-a52a-a82d6fd4d71c" providerId="AD" clId="Web-{14C5738A-C83E-50D4-E475-81CE700FF422}" dt="2024-10-16T22:26:19.177" v="32" actId="1076"/>
          <ac:picMkLst>
            <pc:docMk/>
            <pc:sldMk cId="2922826365" sldId="281"/>
            <ac:picMk id="3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4C5738A-C83E-50D4-E475-81CE700FF422}" dt="2024-10-16T22:23:41.126" v="21" actId="1076"/>
          <ac:picMkLst>
            <pc:docMk/>
            <pc:sldMk cId="2922826365" sldId="281"/>
            <ac:picMk id="124" creationId="{00000000-0000-0000-0000-000000000000}"/>
          </ac:picMkLst>
        </pc:picChg>
      </pc:sldChg>
      <pc:sldChg chg="delSp modSp">
        <pc:chgData name="Larissa Nascimento dos Santos" userId="S::larissa.santos.terceirizada@icmbio.gov.br::12a4055e-129d-4f80-a52a-a82d6fd4d71c" providerId="AD" clId="Web-{14C5738A-C83E-50D4-E475-81CE700FF422}" dt="2024-10-16T22:27:27.429" v="39" actId="1076"/>
        <pc:sldMkLst>
          <pc:docMk/>
          <pc:sldMk cId="2030754578" sldId="282"/>
        </pc:sldMkLst>
        <pc:grpChg chg="del">
          <ac:chgData name="Larissa Nascimento dos Santos" userId="S::larissa.santos.terceirizada@icmbio.gov.br::12a4055e-129d-4f80-a52a-a82d6fd4d71c" providerId="AD" clId="Web-{14C5738A-C83E-50D4-E475-81CE700FF422}" dt="2024-10-16T22:27:08.710" v="33"/>
          <ac:grpSpMkLst>
            <pc:docMk/>
            <pc:sldMk cId="2030754578" sldId="282"/>
            <ac:grpSpMk id="38" creationId="{00000000-0000-0000-0000-000000000000}"/>
          </ac:grpSpMkLst>
        </pc:grpChg>
        <pc:picChg chg="mod">
          <ac:chgData name="Larissa Nascimento dos Santos" userId="S::larissa.santos.terceirizada@icmbio.gov.br::12a4055e-129d-4f80-a52a-a82d6fd4d71c" providerId="AD" clId="Web-{14C5738A-C83E-50D4-E475-81CE700FF422}" dt="2024-10-16T22:27:27.429" v="39" actId="1076"/>
          <ac:picMkLst>
            <pc:docMk/>
            <pc:sldMk cId="2030754578" sldId="282"/>
            <ac:picMk id="2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4C5738A-C83E-50D4-E475-81CE700FF422}" dt="2024-10-16T22:27:27.148" v="34" actId="1076"/>
          <ac:picMkLst>
            <pc:docMk/>
            <pc:sldMk cId="2030754578" sldId="282"/>
            <ac:picMk id="12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4C5738A-C83E-50D4-E475-81CE700FF422}" dt="2024-10-16T22:27:27.195" v="35" actId="1076"/>
          <ac:picMkLst>
            <pc:docMk/>
            <pc:sldMk cId="2030754578" sldId="282"/>
            <ac:picMk id="13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4C5738A-C83E-50D4-E475-81CE700FF422}" dt="2024-10-16T22:27:27.257" v="36" actId="1076"/>
          <ac:picMkLst>
            <pc:docMk/>
            <pc:sldMk cId="2030754578" sldId="282"/>
            <ac:picMk id="14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4C5738A-C83E-50D4-E475-81CE700FF422}" dt="2024-10-16T22:27:27.320" v="37" actId="1076"/>
          <ac:picMkLst>
            <pc:docMk/>
            <pc:sldMk cId="2030754578" sldId="282"/>
            <ac:picMk id="15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4C5738A-C83E-50D4-E475-81CE700FF422}" dt="2024-10-16T22:27:27.367" v="38" actId="1076"/>
          <ac:picMkLst>
            <pc:docMk/>
            <pc:sldMk cId="2030754578" sldId="282"/>
            <ac:picMk id="16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14C5738A-C83E-50D4-E475-81CE700FF422}" dt="2024-10-16T22:27:08.710" v="33"/>
          <ac:picMkLst>
            <pc:docMk/>
            <pc:sldMk cId="2030754578" sldId="282"/>
            <ac:picMk id="39" creationId="{00000000-0000-0000-0000-000000000000}"/>
          </ac:picMkLst>
        </pc:picChg>
      </pc:sldChg>
      <pc:sldChg chg="modSp">
        <pc:chgData name="Larissa Nascimento dos Santos" userId="S::larissa.santos.terceirizada@icmbio.gov.br::12a4055e-129d-4f80-a52a-a82d6fd4d71c" providerId="AD" clId="Web-{14C5738A-C83E-50D4-E475-81CE700FF422}" dt="2024-10-16T22:30:44.826" v="49" actId="1076"/>
        <pc:sldMkLst>
          <pc:docMk/>
          <pc:sldMk cId="2411933051" sldId="289"/>
        </pc:sldMkLst>
        <pc:spChg chg="mod">
          <ac:chgData name="Larissa Nascimento dos Santos" userId="S::larissa.santos.terceirizada@icmbio.gov.br::12a4055e-129d-4f80-a52a-a82d6fd4d71c" providerId="AD" clId="Web-{14C5738A-C83E-50D4-E475-81CE700FF422}" dt="2024-10-16T22:30:44.826" v="49" actId="1076"/>
          <ac:spMkLst>
            <pc:docMk/>
            <pc:sldMk cId="2411933051" sldId="289"/>
            <ac:spMk id="50" creationId="{00000000-0000-0000-0000-000000000000}"/>
          </ac:spMkLst>
        </pc:spChg>
      </pc:sldChg>
      <pc:sldChg chg="addSp delSp modSp">
        <pc:chgData name="Larissa Nascimento dos Santos" userId="S::larissa.santos.terceirizada@icmbio.gov.br::12a4055e-129d-4f80-a52a-a82d6fd4d71c" providerId="AD" clId="Web-{14C5738A-C83E-50D4-E475-81CE700FF422}" dt="2024-10-16T22:23:44.751" v="23"/>
        <pc:sldMkLst>
          <pc:docMk/>
          <pc:sldMk cId="2118194667" sldId="290"/>
        </pc:sldMkLst>
        <pc:grpChg chg="add">
          <ac:chgData name="Larissa Nascimento dos Santos" userId="S::larissa.santos.terceirizada@icmbio.gov.br::12a4055e-129d-4f80-a52a-a82d6fd4d71c" providerId="AD" clId="Web-{14C5738A-C83E-50D4-E475-81CE700FF422}" dt="2024-10-16T22:20:43.215" v="5"/>
          <ac:grpSpMkLst>
            <pc:docMk/>
            <pc:sldMk cId="2118194667" sldId="290"/>
            <ac:grpSpMk id="13" creationId="{1F511093-D677-E6A2-2E26-1D3EF8E8E674}"/>
          </ac:grpSpMkLst>
        </pc:grpChg>
        <pc:grpChg chg="del">
          <ac:chgData name="Larissa Nascimento dos Santos" userId="S::larissa.santos.terceirizada@icmbio.gov.br::12a4055e-129d-4f80-a52a-a82d6fd4d71c" providerId="AD" clId="Web-{14C5738A-C83E-50D4-E475-81CE700FF422}" dt="2024-10-16T22:20:42.449" v="4"/>
          <ac:grpSpMkLst>
            <pc:docMk/>
            <pc:sldMk cId="2118194667" sldId="290"/>
            <ac:grpSpMk id="25" creationId="{28CCEBA7-B6ED-A705-A6B4-0E25D393A91A}"/>
          </ac:grpSpMkLst>
        </pc:grpChg>
        <pc:picChg chg="add del">
          <ac:chgData name="Larissa Nascimento dos Santos" userId="S::larissa.santos.terceirizada@icmbio.gov.br::12a4055e-129d-4f80-a52a-a82d6fd4d71c" providerId="AD" clId="Web-{14C5738A-C83E-50D4-E475-81CE700FF422}" dt="2024-10-16T22:23:05.609" v="16"/>
          <ac:picMkLst>
            <pc:docMk/>
            <pc:sldMk cId="2118194667" sldId="290"/>
            <ac:picMk id="15" creationId="{DAA3ED04-B041-1998-73E6-0A601D11C87E}"/>
          </ac:picMkLst>
        </pc:picChg>
        <pc:picChg chg="add del">
          <ac:chgData name="Larissa Nascimento dos Santos" userId="S::larissa.santos.terceirizada@icmbio.gov.br::12a4055e-129d-4f80-a52a-a82d6fd4d71c" providerId="AD" clId="Web-{14C5738A-C83E-50D4-E475-81CE700FF422}" dt="2024-10-16T22:23:44.142" v="22"/>
          <ac:picMkLst>
            <pc:docMk/>
            <pc:sldMk cId="2118194667" sldId="290"/>
            <ac:picMk id="26" creationId="{8E4CDC92-1FA8-96F7-61F4-7E2EEAB5010E}"/>
          </ac:picMkLst>
        </pc:picChg>
        <pc:picChg chg="add">
          <ac:chgData name="Larissa Nascimento dos Santos" userId="S::larissa.santos.terceirizada@icmbio.gov.br::12a4055e-129d-4f80-a52a-a82d6fd4d71c" providerId="AD" clId="Web-{14C5738A-C83E-50D4-E475-81CE700FF422}" dt="2024-10-16T22:23:44.751" v="23"/>
          <ac:picMkLst>
            <pc:docMk/>
            <pc:sldMk cId="2118194667" sldId="290"/>
            <ac:picMk id="28" creationId="{3BF99D96-BD79-EC9A-8303-153B232B7D27}"/>
          </ac:picMkLst>
        </pc:picChg>
        <pc:picChg chg="del">
          <ac:chgData name="Larissa Nascimento dos Santos" userId="S::larissa.santos.terceirizada@icmbio.gov.br::12a4055e-129d-4f80-a52a-a82d6fd4d71c" providerId="AD" clId="Web-{14C5738A-C83E-50D4-E475-81CE700FF422}" dt="2024-10-16T22:20:45.668" v="6"/>
          <ac:picMkLst>
            <pc:docMk/>
            <pc:sldMk cId="2118194667" sldId="290"/>
            <ac:picMk id="38" creationId="{C699D9DE-AA67-30C1-B1E9-17BC3940752C}"/>
          </ac:picMkLst>
        </pc:picChg>
        <pc:picChg chg="mod">
          <ac:chgData name="Larissa Nascimento dos Santos" userId="S::larissa.santos.terceirizada@icmbio.gov.br::12a4055e-129d-4f80-a52a-a82d6fd4d71c" providerId="AD" clId="Web-{14C5738A-C83E-50D4-E475-81CE700FF422}" dt="2024-10-16T22:21:10.200" v="11" actId="1076"/>
          <ac:picMkLst>
            <pc:docMk/>
            <pc:sldMk cId="2118194667" sldId="290"/>
            <ac:picMk id="40" creationId="{00000000-0000-0000-0000-000000000000}"/>
          </ac:picMkLst>
        </pc:picChg>
      </pc:sldChg>
      <pc:sldChg chg="modSp">
        <pc:chgData name="Larissa Nascimento dos Santos" userId="S::larissa.santos.terceirizada@icmbio.gov.br::12a4055e-129d-4f80-a52a-a82d6fd4d71c" providerId="AD" clId="Web-{14C5738A-C83E-50D4-E475-81CE700FF422}" dt="2024-10-16T22:25:53.255" v="31" actId="20577"/>
        <pc:sldMkLst>
          <pc:docMk/>
          <pc:sldMk cId="2085035348" sldId="291"/>
        </pc:sldMkLst>
        <pc:spChg chg="mod">
          <ac:chgData name="Larissa Nascimento dos Santos" userId="S::larissa.santos.terceirizada@icmbio.gov.br::12a4055e-129d-4f80-a52a-a82d6fd4d71c" providerId="AD" clId="Web-{14C5738A-C83E-50D4-E475-81CE700FF422}" dt="2024-10-16T22:24:00.986" v="24" actId="1076"/>
          <ac:spMkLst>
            <pc:docMk/>
            <pc:sldMk cId="2085035348" sldId="291"/>
            <ac:spMk id="8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4C5738A-C83E-50D4-E475-81CE700FF422}" dt="2024-10-16T22:25:53.255" v="31" actId="20577"/>
          <ac:spMkLst>
            <pc:docMk/>
            <pc:sldMk cId="2085035348" sldId="291"/>
            <ac:spMk id="65" creationId="{00000000-0000-0000-0000-000000000000}"/>
          </ac:spMkLst>
        </pc:spChg>
        <pc:picChg chg="mod">
          <ac:chgData name="Larissa Nascimento dos Santos" userId="S::larissa.santos.terceirizada@icmbio.gov.br::12a4055e-129d-4f80-a52a-a82d6fd4d71c" providerId="AD" clId="Web-{14C5738A-C83E-50D4-E475-81CE700FF422}" dt="2024-10-16T22:24:27.737" v="27" actId="1076"/>
          <ac:picMkLst>
            <pc:docMk/>
            <pc:sldMk cId="2085035348" sldId="291"/>
            <ac:picMk id="33" creationId="{00000000-0000-0000-0000-000000000000}"/>
          </ac:picMkLst>
        </pc:picChg>
      </pc:sldChg>
      <pc:sldChg chg="delSp modSp add replId delAnim">
        <pc:chgData name="Larissa Nascimento dos Santos" userId="S::larissa.santos.terceirizada@icmbio.gov.br::12a4055e-129d-4f80-a52a-a82d6fd4d71c" providerId="AD" clId="Web-{14C5738A-C83E-50D4-E475-81CE700FF422}" dt="2024-10-16T22:32:29.565" v="102" actId="20577"/>
        <pc:sldMkLst>
          <pc:docMk/>
          <pc:sldMk cId="3642185082" sldId="292"/>
        </pc:sldMkLst>
        <pc:spChg chg="mod">
          <ac:chgData name="Larissa Nascimento dos Santos" userId="S::larissa.santos.terceirizada@icmbio.gov.br::12a4055e-129d-4f80-a52a-a82d6fd4d71c" providerId="AD" clId="Web-{14C5738A-C83E-50D4-E475-81CE700FF422}" dt="2024-10-16T22:32:29.565" v="102" actId="20577"/>
          <ac:spMkLst>
            <pc:docMk/>
            <pc:sldMk cId="3642185082" sldId="292"/>
            <ac:spMk id="6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4C5738A-C83E-50D4-E475-81CE700FF422}" dt="2024-10-16T22:31:28.875" v="68"/>
          <ac:spMkLst>
            <pc:docMk/>
            <pc:sldMk cId="3642185082" sldId="292"/>
            <ac:spMk id="21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4C5738A-C83E-50D4-E475-81CE700FF422}" dt="2024-10-16T22:31:16.500" v="67" actId="20577"/>
          <ac:spMkLst>
            <pc:docMk/>
            <pc:sldMk cId="3642185082" sldId="292"/>
            <ac:spMk id="23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4C5738A-C83E-50D4-E475-81CE700FF422}" dt="2024-10-16T22:31:33.594" v="80"/>
          <ac:spMkLst>
            <pc:docMk/>
            <pc:sldMk cId="3642185082" sldId="292"/>
            <ac:spMk id="49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4C5738A-C83E-50D4-E475-81CE700FF422}" dt="2024-10-16T22:31:33.594" v="79"/>
          <ac:spMkLst>
            <pc:docMk/>
            <pc:sldMk cId="3642185082" sldId="292"/>
            <ac:spMk id="50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4C5738A-C83E-50D4-E475-81CE700FF422}" dt="2024-10-16T22:31:33.594" v="78"/>
          <ac:spMkLst>
            <pc:docMk/>
            <pc:sldMk cId="3642185082" sldId="292"/>
            <ac:spMk id="52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4C5738A-C83E-50D4-E475-81CE700FF422}" dt="2024-10-16T22:31:33.594" v="75"/>
          <ac:spMkLst>
            <pc:docMk/>
            <pc:sldMk cId="3642185082" sldId="292"/>
            <ac:spMk id="57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4C5738A-C83E-50D4-E475-81CE700FF422}" dt="2024-10-16T22:31:33.594" v="73"/>
          <ac:spMkLst>
            <pc:docMk/>
            <pc:sldMk cId="3642185082" sldId="292"/>
            <ac:spMk id="59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4C5738A-C83E-50D4-E475-81CE700FF422}" dt="2024-10-16T22:31:33.594" v="72"/>
          <ac:spMkLst>
            <pc:docMk/>
            <pc:sldMk cId="3642185082" sldId="292"/>
            <ac:spMk id="60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4C5738A-C83E-50D4-E475-81CE700FF422}" dt="2024-10-16T22:31:33.594" v="71"/>
          <ac:spMkLst>
            <pc:docMk/>
            <pc:sldMk cId="3642185082" sldId="292"/>
            <ac:spMk id="62" creationId="{00000000-0000-0000-0000-000000000000}"/>
          </ac:spMkLst>
        </pc:spChg>
        <pc:grpChg chg="del">
          <ac:chgData name="Larissa Nascimento dos Santos" userId="S::larissa.santos.terceirizada@icmbio.gov.br::12a4055e-129d-4f80-a52a-a82d6fd4d71c" providerId="AD" clId="Web-{14C5738A-C83E-50D4-E475-81CE700FF422}" dt="2024-10-16T22:31:33.594" v="70"/>
          <ac:grpSpMkLst>
            <pc:docMk/>
            <pc:sldMk cId="3642185082" sldId="292"/>
            <ac:grpSpMk id="3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14C5738A-C83E-50D4-E475-81CE700FF422}" dt="2024-10-16T22:31:33.594" v="77"/>
          <ac:grpSpMkLst>
            <pc:docMk/>
            <pc:sldMk cId="3642185082" sldId="292"/>
            <ac:grpSpMk id="9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14C5738A-C83E-50D4-E475-81CE700FF422}" dt="2024-10-16T22:31:33.594" v="82"/>
          <ac:grpSpMkLst>
            <pc:docMk/>
            <pc:sldMk cId="3642185082" sldId="292"/>
            <ac:grpSpMk id="24" creationId="{00000000-0000-0000-0000-000000000000}"/>
          </ac:grpSpMkLst>
        </pc:grpChg>
        <pc:picChg chg="del">
          <ac:chgData name="Larissa Nascimento dos Santos" userId="S::larissa.santos.terceirizada@icmbio.gov.br::12a4055e-129d-4f80-a52a-a82d6fd4d71c" providerId="AD" clId="Web-{14C5738A-C83E-50D4-E475-81CE700FF422}" dt="2024-10-16T22:31:33.594" v="81"/>
          <ac:picMkLst>
            <pc:docMk/>
            <pc:sldMk cId="3642185082" sldId="292"/>
            <ac:picMk id="7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14C5738A-C83E-50D4-E475-81CE700FF422}" dt="2024-10-16T22:31:33.594" v="69"/>
          <ac:picMkLst>
            <pc:docMk/>
            <pc:sldMk cId="3642185082" sldId="292"/>
            <ac:picMk id="39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14C5738A-C83E-50D4-E475-81CE700FF422}" dt="2024-10-16T22:31:33.594" v="76"/>
          <ac:picMkLst>
            <pc:docMk/>
            <pc:sldMk cId="3642185082" sldId="292"/>
            <ac:picMk id="56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14C5738A-C83E-50D4-E475-81CE700FF422}" dt="2024-10-16T22:31:33.594" v="74"/>
          <ac:picMkLst>
            <pc:docMk/>
            <pc:sldMk cId="3642185082" sldId="292"/>
            <ac:picMk id="58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4C5738A-C83E-50D4-E475-81CE700FF422}" dt="2024-10-16T22:31:36.423" v="83" actId="1076"/>
          <ac:picMkLst>
            <pc:docMk/>
            <pc:sldMk cId="3642185082" sldId="292"/>
            <ac:picMk id="63" creationId="{00000000-0000-0000-0000-000000000000}"/>
          </ac:picMkLst>
        </pc:picChg>
      </pc:sldChg>
    </pc:docChg>
  </pc:docChgLst>
  <pc:docChgLst>
    <pc:chgData name="Larissa Nascimento dos Santos" userId="S::larissa.santos.terceirizada@icmbio.gov.br::12a4055e-129d-4f80-a52a-a82d6fd4d71c" providerId="AD" clId="Web-{0AEF47CD-95B8-5F52-0EC2-2BF716B09467}"/>
    <pc:docChg chg="addSld modSld">
      <pc:chgData name="Larissa Nascimento dos Santos" userId="S::larissa.santos.terceirizada@icmbio.gov.br::12a4055e-129d-4f80-a52a-a82d6fd4d71c" providerId="AD" clId="Web-{0AEF47CD-95B8-5F52-0EC2-2BF716B09467}" dt="2024-10-16T22:19:50.736" v="81"/>
      <pc:docMkLst>
        <pc:docMk/>
      </pc:docMkLst>
      <pc:sldChg chg="addSp delSp modSp delAnim">
        <pc:chgData name="Larissa Nascimento dos Santos" userId="S::larissa.santos.terceirizada@icmbio.gov.br::12a4055e-129d-4f80-a52a-a82d6fd4d71c" providerId="AD" clId="Web-{0AEF47CD-95B8-5F52-0EC2-2BF716B09467}" dt="2024-10-16T22:13:51.631" v="30"/>
        <pc:sldMkLst>
          <pc:docMk/>
          <pc:sldMk cId="895595032" sldId="270"/>
        </pc:sldMkLst>
        <pc:spChg chg="mod">
          <ac:chgData name="Larissa Nascimento dos Santos" userId="S::larissa.santos.terceirizada@icmbio.gov.br::12a4055e-129d-4f80-a52a-a82d6fd4d71c" providerId="AD" clId="Web-{0AEF47CD-95B8-5F52-0EC2-2BF716B09467}" dt="2024-10-16T21:51:22.482" v="2" actId="20577"/>
          <ac:spMkLst>
            <pc:docMk/>
            <pc:sldMk cId="895595032" sldId="270"/>
            <ac:spMk id="65" creationId="{00000000-0000-0000-0000-000000000000}"/>
          </ac:spMkLst>
        </pc:spChg>
        <pc:grpChg chg="del">
          <ac:chgData name="Larissa Nascimento dos Santos" userId="S::larissa.santos.terceirizada@icmbio.gov.br::12a4055e-129d-4f80-a52a-a82d6fd4d71c" providerId="AD" clId="Web-{0AEF47CD-95B8-5F52-0EC2-2BF716B09467}" dt="2024-10-16T21:53:56.300" v="26"/>
          <ac:grpSpMkLst>
            <pc:docMk/>
            <pc:sldMk cId="895595032" sldId="270"/>
            <ac:grpSpMk id="10" creationId="{00000000-0000-0000-0000-000000000000}"/>
          </ac:grpSpMkLst>
        </pc:grpChg>
        <pc:picChg chg="mod">
          <ac:chgData name="Larissa Nascimento dos Santos" userId="S::larissa.santos.terceirizada@icmbio.gov.br::12a4055e-129d-4f80-a52a-a82d6fd4d71c" providerId="AD" clId="Web-{0AEF47CD-95B8-5F52-0EC2-2BF716B09467}" dt="2024-10-16T21:54:28.724" v="28" actId="1076"/>
          <ac:picMkLst>
            <pc:docMk/>
            <pc:sldMk cId="895595032" sldId="270"/>
            <ac:picMk id="2" creationId="{00000000-0000-0000-0000-000000000000}"/>
          </ac:picMkLst>
        </pc:picChg>
        <pc:picChg chg="add del mod">
          <ac:chgData name="Larissa Nascimento dos Santos" userId="S::larissa.santos.terceirizada@icmbio.gov.br::12a4055e-129d-4f80-a52a-a82d6fd4d71c" providerId="AD" clId="Web-{0AEF47CD-95B8-5F52-0EC2-2BF716B09467}" dt="2024-10-16T22:13:51.631" v="30"/>
          <ac:picMkLst>
            <pc:docMk/>
            <pc:sldMk cId="895595032" sldId="270"/>
            <ac:picMk id="3" creationId="{8070323E-4B43-A792-5BE3-F86E15981F96}"/>
          </ac:picMkLst>
        </pc:picChg>
      </pc:sldChg>
      <pc:sldChg chg="addSp delSp">
        <pc:chgData name="Larissa Nascimento dos Santos" userId="S::larissa.santos.terceirizada@icmbio.gov.br::12a4055e-129d-4f80-a52a-a82d6fd4d71c" providerId="AD" clId="Web-{0AEF47CD-95B8-5F52-0EC2-2BF716B09467}" dt="2024-10-16T22:19:18.939" v="77"/>
        <pc:sldMkLst>
          <pc:docMk/>
          <pc:sldMk cId="617265369" sldId="279"/>
        </pc:sldMkLst>
        <pc:picChg chg="add del">
          <ac:chgData name="Larissa Nascimento dos Santos" userId="S::larissa.santos.terceirizada@icmbio.gov.br::12a4055e-129d-4f80-a52a-a82d6fd4d71c" providerId="AD" clId="Web-{0AEF47CD-95B8-5F52-0EC2-2BF716B09467}" dt="2024-10-16T22:19:18.939" v="77"/>
          <ac:picMkLst>
            <pc:docMk/>
            <pc:sldMk cId="617265369" sldId="279"/>
            <ac:picMk id="3" creationId="{AFCDB113-2AE5-5334-27B0-39FC38481AD4}"/>
          </ac:picMkLst>
        </pc:picChg>
      </pc:sldChg>
      <pc:sldChg chg="addSp modSp">
        <pc:chgData name="Larissa Nascimento dos Santos" userId="S::larissa.santos.terceirizada@icmbio.gov.br::12a4055e-129d-4f80-a52a-a82d6fd4d71c" providerId="AD" clId="Web-{0AEF47CD-95B8-5F52-0EC2-2BF716B09467}" dt="2024-10-16T22:18:15.156" v="60" actId="1076"/>
        <pc:sldMkLst>
          <pc:docMk/>
          <pc:sldMk cId="2922826365" sldId="281"/>
        </pc:sldMkLst>
        <pc:spChg chg="mod">
          <ac:chgData name="Larissa Nascimento dos Santos" userId="S::larissa.santos.terceirizada@icmbio.gov.br::12a4055e-129d-4f80-a52a-a82d6fd4d71c" providerId="AD" clId="Web-{0AEF47CD-95B8-5F52-0EC2-2BF716B09467}" dt="2024-10-16T22:14:37.413" v="39" actId="1076"/>
          <ac:spMkLst>
            <pc:docMk/>
            <pc:sldMk cId="2922826365" sldId="281"/>
            <ac:spMk id="2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AEF47CD-95B8-5F52-0EC2-2BF716B09467}" dt="2024-10-16T22:15:15.821" v="46" actId="1076"/>
          <ac:spMkLst>
            <pc:docMk/>
            <pc:sldMk cId="2922826365" sldId="281"/>
            <ac:spMk id="115" creationId="{00000000-0000-0000-0000-000000000000}"/>
          </ac:spMkLst>
        </pc:spChg>
        <pc:grpChg chg="mod">
          <ac:chgData name="Larissa Nascimento dos Santos" userId="S::larissa.santos.terceirizada@icmbio.gov.br::12a4055e-129d-4f80-a52a-a82d6fd4d71c" providerId="AD" clId="Web-{0AEF47CD-95B8-5F52-0EC2-2BF716B09467}" dt="2024-10-16T22:18:15.156" v="60" actId="1076"/>
          <ac:grpSpMkLst>
            <pc:docMk/>
            <pc:sldMk cId="2922826365" sldId="281"/>
            <ac:grpSpMk id="7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0AEF47CD-95B8-5F52-0EC2-2BF716B09467}" dt="2024-10-16T22:14:30.741" v="37" actId="1076"/>
          <ac:grpSpMkLst>
            <pc:docMk/>
            <pc:sldMk cId="2922826365" sldId="281"/>
            <ac:grpSpMk id="116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0AEF47CD-95B8-5F52-0EC2-2BF716B09467}" dt="2024-10-16T22:18:15.124" v="59" actId="1076"/>
          <ac:grpSpMkLst>
            <pc:docMk/>
            <pc:sldMk cId="2922826365" sldId="281"/>
            <ac:grpSpMk id="123" creationId="{00000000-0000-0000-0000-000000000000}"/>
          </ac:grpSpMkLst>
        </pc:grpChg>
        <pc:picChg chg="add mod">
          <ac:chgData name="Larissa Nascimento dos Santos" userId="S::larissa.santos.terceirizada@icmbio.gov.br::12a4055e-129d-4f80-a52a-a82d6fd4d71c" providerId="AD" clId="Web-{0AEF47CD-95B8-5F52-0EC2-2BF716B09467}" dt="2024-10-16T22:14:58.945" v="43" actId="1076"/>
          <ac:picMkLst>
            <pc:docMk/>
            <pc:sldMk cId="2922826365" sldId="281"/>
            <ac:picMk id="6" creationId="{FDC3E6E0-C242-FEC4-99CF-5CECD38E1729}"/>
          </ac:picMkLst>
        </pc:picChg>
      </pc:sldChg>
      <pc:sldChg chg="addSp delSp modSp addAnim delAnim">
        <pc:chgData name="Larissa Nascimento dos Santos" userId="S::larissa.santos.terceirizada@icmbio.gov.br::12a4055e-129d-4f80-a52a-a82d6fd4d71c" providerId="AD" clId="Web-{0AEF47CD-95B8-5F52-0EC2-2BF716B09467}" dt="2024-10-16T22:19:50.736" v="81"/>
        <pc:sldMkLst>
          <pc:docMk/>
          <pc:sldMk cId="2118194667" sldId="290"/>
        </pc:sldMkLst>
        <pc:spChg chg="del">
          <ac:chgData name="Larissa Nascimento dos Santos" userId="S::larissa.santos.terceirizada@icmbio.gov.br::12a4055e-129d-4f80-a52a-a82d6fd4d71c" providerId="AD" clId="Web-{0AEF47CD-95B8-5F52-0EC2-2BF716B09467}" dt="2024-10-16T22:18:37.625" v="65"/>
          <ac:spMkLst>
            <pc:docMk/>
            <pc:sldMk cId="2118194667" sldId="290"/>
            <ac:spMk id="29" creationId="{288E902D-A418-DB6E-0B5C-51CDBAA4E00A}"/>
          </ac:spMkLst>
        </pc:spChg>
        <pc:spChg chg="del mod">
          <ac:chgData name="Larissa Nascimento dos Santos" userId="S::larissa.santos.terceirizada@icmbio.gov.br::12a4055e-129d-4f80-a52a-a82d6fd4d71c" providerId="AD" clId="Web-{0AEF47CD-95B8-5F52-0EC2-2BF716B09467}" dt="2024-10-16T22:18:39.594" v="68"/>
          <ac:spMkLst>
            <pc:docMk/>
            <pc:sldMk cId="2118194667" sldId="290"/>
            <ac:spMk id="30" creationId="{A7BC149C-37A3-ADD1-9053-9E0F92D1BE16}"/>
          </ac:spMkLst>
        </pc:spChg>
        <pc:spChg chg="del topLvl">
          <ac:chgData name="Larissa Nascimento dos Santos" userId="S::larissa.santos.terceirizada@icmbio.gov.br::12a4055e-129d-4f80-a52a-a82d6fd4d71c" providerId="AD" clId="Web-{0AEF47CD-95B8-5F52-0EC2-2BF716B09467}" dt="2024-10-16T22:18:49.532" v="72"/>
          <ac:spMkLst>
            <pc:docMk/>
            <pc:sldMk cId="2118194667" sldId="290"/>
            <ac:spMk id="31" creationId="{7AB2D9BE-274C-EA22-205F-DDE564D73C0F}"/>
          </ac:spMkLst>
        </pc:spChg>
        <pc:spChg chg="del topLvl">
          <ac:chgData name="Larissa Nascimento dos Santos" userId="S::larissa.santos.terceirizada@icmbio.gov.br::12a4055e-129d-4f80-a52a-a82d6fd4d71c" providerId="AD" clId="Web-{0AEF47CD-95B8-5F52-0EC2-2BF716B09467}" dt="2024-10-16T22:18:54.438" v="73"/>
          <ac:spMkLst>
            <pc:docMk/>
            <pc:sldMk cId="2118194667" sldId="290"/>
            <ac:spMk id="33" creationId="{177F06C9-5BBF-6C3D-DDEC-FE8022AA1A63}"/>
          </ac:spMkLst>
        </pc:spChg>
        <pc:spChg chg="del">
          <ac:chgData name="Larissa Nascimento dos Santos" userId="S::larissa.santos.terceirizada@icmbio.gov.br::12a4055e-129d-4f80-a52a-a82d6fd4d71c" providerId="AD" clId="Web-{0AEF47CD-95B8-5F52-0EC2-2BF716B09467}" dt="2024-10-16T22:16:57.714" v="48"/>
          <ac:spMkLst>
            <pc:docMk/>
            <pc:sldMk cId="2118194667" sldId="290"/>
            <ac:spMk id="41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0AEF47CD-95B8-5F52-0EC2-2BF716B09467}" dt="2024-10-16T22:17:01.402" v="50"/>
          <ac:spMkLst>
            <pc:docMk/>
            <pc:sldMk cId="2118194667" sldId="290"/>
            <ac:spMk id="92" creationId="{00000000-0000-0000-0000-000000000000}"/>
          </ac:spMkLst>
        </pc:spChg>
        <pc:grpChg chg="add del">
          <ac:chgData name="Larissa Nascimento dos Santos" userId="S::larissa.santos.terceirizada@icmbio.gov.br::12a4055e-129d-4f80-a52a-a82d6fd4d71c" providerId="AD" clId="Web-{0AEF47CD-95B8-5F52-0EC2-2BF716B09467}" dt="2024-10-16T22:18:26.734" v="61"/>
          <ac:grpSpMkLst>
            <pc:docMk/>
            <pc:sldMk cId="2118194667" sldId="290"/>
            <ac:grpSpMk id="13" creationId="{E2DADAD8-1C0B-0BBA-8963-FDBC7C2E5C5F}"/>
          </ac:grpSpMkLst>
        </pc:grpChg>
        <pc:grpChg chg="add">
          <ac:chgData name="Larissa Nascimento dos Santos" userId="S::larissa.santos.terceirizada@icmbio.gov.br::12a4055e-129d-4f80-a52a-a82d6fd4d71c" providerId="AD" clId="Web-{0AEF47CD-95B8-5F52-0EC2-2BF716B09467}" dt="2024-10-16T22:18:28.625" v="63"/>
          <ac:grpSpMkLst>
            <pc:docMk/>
            <pc:sldMk cId="2118194667" sldId="290"/>
            <ac:grpSpMk id="25" creationId="{28CCEBA7-B6ED-A705-A6B4-0E25D393A91A}"/>
          </ac:grpSpMkLst>
        </pc:grpChg>
        <pc:grpChg chg="del topLvl">
          <ac:chgData name="Larissa Nascimento dos Santos" userId="S::larissa.santos.terceirizada@icmbio.gov.br::12a4055e-129d-4f80-a52a-a82d6fd4d71c" providerId="AD" clId="Web-{0AEF47CD-95B8-5F52-0EC2-2BF716B09467}" dt="2024-10-16T22:18:54.438" v="73"/>
          <ac:grpSpMkLst>
            <pc:docMk/>
            <pc:sldMk cId="2118194667" sldId="290"/>
            <ac:grpSpMk id="27" creationId="{84C20DE3-BE32-F247-B596-7CA806622A6D}"/>
          </ac:grpSpMkLst>
        </pc:grpChg>
        <pc:grpChg chg="add del">
          <ac:chgData name="Larissa Nascimento dos Santos" userId="S::larissa.santos.terceirizada@icmbio.gov.br::12a4055e-129d-4f80-a52a-a82d6fd4d71c" providerId="AD" clId="Web-{0AEF47CD-95B8-5F52-0EC2-2BF716B09467}" dt="2024-10-16T22:18:49.532" v="72"/>
          <ac:grpSpMkLst>
            <pc:docMk/>
            <pc:sldMk cId="2118194667" sldId="290"/>
            <ac:grpSpMk id="34" creationId="{978C36F2-9397-8963-DA09-8C8CBDEBC263}"/>
          </ac:grpSpMkLst>
        </pc:grpChg>
        <pc:grpChg chg="del">
          <ac:chgData name="Larissa Nascimento dos Santos" userId="S::larissa.santos.terceirizada@icmbio.gov.br::12a4055e-129d-4f80-a52a-a82d6fd4d71c" providerId="AD" clId="Web-{0AEF47CD-95B8-5F52-0EC2-2BF716B09467}" dt="2024-10-16T22:16:59.308" v="49"/>
          <ac:grpSpMkLst>
            <pc:docMk/>
            <pc:sldMk cId="2118194667" sldId="290"/>
            <ac:grpSpMk id="42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0AEF47CD-95B8-5F52-0EC2-2BF716B09467}" dt="2024-10-16T22:17:30.309" v="53" actId="1076"/>
          <ac:grpSpMkLst>
            <pc:docMk/>
            <pc:sldMk cId="2118194667" sldId="290"/>
            <ac:grpSpMk id="74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0AEF47CD-95B8-5F52-0EC2-2BF716B09467}" dt="2024-10-16T22:17:44.965" v="54"/>
          <ac:grpSpMkLst>
            <pc:docMk/>
            <pc:sldMk cId="2118194667" sldId="290"/>
            <ac:grpSpMk id="78" creationId="{00000000-0000-0000-0000-000000000000}"/>
          </ac:grpSpMkLst>
        </pc:grpChg>
        <pc:picChg chg="add del">
          <ac:chgData name="Larissa Nascimento dos Santos" userId="S::larissa.santos.terceirizada@icmbio.gov.br::12a4055e-129d-4f80-a52a-a82d6fd4d71c" providerId="AD" clId="Web-{0AEF47CD-95B8-5F52-0EC2-2BF716B09467}" dt="2024-10-16T22:18:27.672" v="62"/>
          <ac:picMkLst>
            <pc:docMk/>
            <pc:sldMk cId="2118194667" sldId="290"/>
            <ac:picMk id="15" creationId="{EA323D67-E905-37AB-18D6-93F7B54B8563}"/>
          </ac:picMkLst>
        </pc:picChg>
        <pc:picChg chg="del">
          <ac:chgData name="Larissa Nascimento dos Santos" userId="S::larissa.santos.terceirizada@icmbio.gov.br::12a4055e-129d-4f80-a52a-a82d6fd4d71c" providerId="AD" clId="Web-{0AEF47CD-95B8-5F52-0EC2-2BF716B09467}" dt="2024-10-16T22:18:45.547" v="71"/>
          <ac:picMkLst>
            <pc:docMk/>
            <pc:sldMk cId="2118194667" sldId="290"/>
            <ac:picMk id="28" creationId="{B4821233-A398-82A7-5461-40812ED63B13}"/>
          </ac:picMkLst>
        </pc:picChg>
        <pc:picChg chg="del mod topLvl">
          <ac:chgData name="Larissa Nascimento dos Santos" userId="S::larissa.santos.terceirizada@icmbio.gov.br::12a4055e-129d-4f80-a52a-a82d6fd4d71c" providerId="AD" clId="Web-{0AEF47CD-95B8-5F52-0EC2-2BF716B09467}" dt="2024-10-16T22:19:36.783" v="80"/>
          <ac:picMkLst>
            <pc:docMk/>
            <pc:sldMk cId="2118194667" sldId="290"/>
            <ac:picMk id="32" creationId="{1018C371-8303-9970-1183-FFA1D516DD9B}"/>
          </ac:picMkLst>
        </pc:picChg>
        <pc:picChg chg="add">
          <ac:chgData name="Larissa Nascimento dos Santos" userId="S::larissa.santos.terceirizada@icmbio.gov.br::12a4055e-129d-4f80-a52a-a82d6fd4d71c" providerId="AD" clId="Web-{0AEF47CD-95B8-5F52-0EC2-2BF716B09467}" dt="2024-10-16T22:19:20.720" v="78"/>
          <ac:picMkLst>
            <pc:docMk/>
            <pc:sldMk cId="2118194667" sldId="290"/>
            <ac:picMk id="36" creationId="{48BF9EE4-F343-5B80-D606-7E01A0DC2F36}"/>
          </ac:picMkLst>
        </pc:picChg>
        <pc:picChg chg="add">
          <ac:chgData name="Larissa Nascimento dos Santos" userId="S::larissa.santos.terceirizada@icmbio.gov.br::12a4055e-129d-4f80-a52a-a82d6fd4d71c" providerId="AD" clId="Web-{0AEF47CD-95B8-5F52-0EC2-2BF716B09467}" dt="2024-10-16T22:19:50.736" v="81"/>
          <ac:picMkLst>
            <pc:docMk/>
            <pc:sldMk cId="2118194667" sldId="290"/>
            <ac:picMk id="38" creationId="{C699D9DE-AA67-30C1-B1E9-17BC3940752C}"/>
          </ac:picMkLst>
        </pc:picChg>
        <pc:picChg chg="mod">
          <ac:chgData name="Larissa Nascimento dos Santos" userId="S::larissa.santos.terceirizada@icmbio.gov.br::12a4055e-129d-4f80-a52a-a82d6fd4d71c" providerId="AD" clId="Web-{0AEF47CD-95B8-5F52-0EC2-2BF716B09467}" dt="2024-10-16T22:19:33.845" v="79" actId="1076"/>
          <ac:picMkLst>
            <pc:docMk/>
            <pc:sldMk cId="2118194667" sldId="290"/>
            <ac:picMk id="40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0AEF47CD-95B8-5F52-0EC2-2BF716B09467}" dt="2024-10-16T22:17:58.934" v="57"/>
          <ac:picMkLst>
            <pc:docMk/>
            <pc:sldMk cId="2118194667" sldId="290"/>
            <ac:picMk id="47" creationId="{00000000-0000-0000-0000-000000000000}"/>
          </ac:picMkLst>
        </pc:picChg>
      </pc:sldChg>
      <pc:sldChg chg="addSp delSp modSp add replId delAnim">
        <pc:chgData name="Larissa Nascimento dos Santos" userId="S::larissa.santos.terceirizada@icmbio.gov.br::12a4055e-129d-4f80-a52a-a82d6fd4d71c" providerId="AD" clId="Web-{0AEF47CD-95B8-5F52-0EC2-2BF716B09467}" dt="2024-10-16T22:16:24.573" v="47"/>
        <pc:sldMkLst>
          <pc:docMk/>
          <pc:sldMk cId="2085035348" sldId="291"/>
        </pc:sldMkLst>
        <pc:spChg chg="del">
          <ac:chgData name="Larissa Nascimento dos Santos" userId="S::larissa.santos.terceirizada@icmbio.gov.br::12a4055e-129d-4f80-a52a-a82d6fd4d71c" providerId="AD" clId="Web-{0AEF47CD-95B8-5F52-0EC2-2BF716B09467}" dt="2024-10-16T21:52:49.110" v="11"/>
          <ac:spMkLst>
            <pc:docMk/>
            <pc:sldMk cId="2085035348" sldId="291"/>
            <ac:spMk id="6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AEF47CD-95B8-5F52-0EC2-2BF716B09467}" dt="2024-10-16T21:53:13.268" v="16" actId="1076"/>
          <ac:spMkLst>
            <pc:docMk/>
            <pc:sldMk cId="2085035348" sldId="291"/>
            <ac:spMk id="8" creationId="{00000000-0000-0000-0000-000000000000}"/>
          </ac:spMkLst>
        </pc:spChg>
        <pc:grpChg chg="mod ord topLvl">
          <ac:chgData name="Larissa Nascimento dos Santos" userId="S::larissa.santos.terceirizada@icmbio.gov.br::12a4055e-129d-4f80-a52a-a82d6fd4d71c" providerId="AD" clId="Web-{0AEF47CD-95B8-5F52-0EC2-2BF716B09467}" dt="2024-10-16T22:16:24.573" v="47"/>
          <ac:grpSpMkLst>
            <pc:docMk/>
            <pc:sldMk cId="2085035348" sldId="291"/>
            <ac:grpSpMk id="9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0AEF47CD-95B8-5F52-0EC2-2BF716B09467}" dt="2024-10-16T21:51:57.749" v="8"/>
          <ac:grpSpMkLst>
            <pc:docMk/>
            <pc:sldMk cId="2085035348" sldId="291"/>
            <ac:grpSpMk id="10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0AEF47CD-95B8-5F52-0EC2-2BF716B09467}" dt="2024-10-16T21:52:47.626" v="10"/>
          <ac:grpSpMkLst>
            <pc:docMk/>
            <pc:sldMk cId="2085035348" sldId="291"/>
            <ac:grpSpMk id="133" creationId="{00000000-0000-0000-0000-000000000000}"/>
          </ac:grpSpMkLst>
        </pc:grpChg>
        <pc:picChg chg="del">
          <ac:chgData name="Larissa Nascimento dos Santos" userId="S::larissa.santos.terceirizada@icmbio.gov.br::12a4055e-129d-4f80-a52a-a82d6fd4d71c" providerId="AD" clId="Web-{0AEF47CD-95B8-5F52-0EC2-2BF716B09467}" dt="2024-10-16T21:51:34.576" v="3"/>
          <ac:picMkLst>
            <pc:docMk/>
            <pc:sldMk cId="2085035348" sldId="291"/>
            <ac:picMk id="2" creationId="{00000000-0000-0000-0000-000000000000}"/>
          </ac:picMkLst>
        </pc:picChg>
        <pc:picChg chg="add mod">
          <ac:chgData name="Larissa Nascimento dos Santos" userId="S::larissa.santos.terceirizada@icmbio.gov.br::12a4055e-129d-4f80-a52a-a82d6fd4d71c" providerId="AD" clId="Web-{0AEF47CD-95B8-5F52-0EC2-2BF716B09467}" dt="2024-10-16T21:53:54.144" v="25" actId="1076"/>
          <ac:picMkLst>
            <pc:docMk/>
            <pc:sldMk cId="2085035348" sldId="291"/>
            <ac:picMk id="7" creationId="{3BD4C6A0-37FF-ECDB-368D-A4074B0F3092}"/>
          </ac:picMkLst>
        </pc:picChg>
        <pc:picChg chg="mod topLvl">
          <ac:chgData name="Larissa Nascimento dos Santos" userId="S::larissa.santos.terceirizada@icmbio.gov.br::12a4055e-129d-4f80-a52a-a82d6fd4d71c" providerId="AD" clId="Web-{0AEF47CD-95B8-5F52-0EC2-2BF716B09467}" dt="2024-10-16T21:53:23.455" v="18" actId="1076"/>
          <ac:picMkLst>
            <pc:docMk/>
            <pc:sldMk cId="2085035348" sldId="291"/>
            <ac:picMk id="33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0AEF47CD-95B8-5F52-0EC2-2BF716B09467}" dt="2024-10-16T21:53:09.736" v="15" actId="1076"/>
          <ac:picMkLst>
            <pc:docMk/>
            <pc:sldMk cId="2085035348" sldId="291"/>
            <ac:picMk id="34" creationId="{00000000-0000-0000-0000-000000000000}"/>
          </ac:picMkLst>
        </pc:picChg>
      </pc:sldChg>
    </pc:docChg>
  </pc:docChgLst>
  <pc:docChgLst>
    <pc:chgData name="Larissa Nascimento dos Santos" userId="S::larissa.santos.terceirizada@icmbio.gov.br::12a4055e-129d-4f80-a52a-a82d6fd4d71c" providerId="AD" clId="Web-{04E8C13C-A3CF-B8F9-7C81-6A7F080CC32B}"/>
    <pc:docChg chg="addSld modSld">
      <pc:chgData name="Larissa Nascimento dos Santos" userId="S::larissa.santos.terceirizada@icmbio.gov.br::12a4055e-129d-4f80-a52a-a82d6fd4d71c" providerId="AD" clId="Web-{04E8C13C-A3CF-B8F9-7C81-6A7F080CC32B}" dt="2024-10-30T14:54:56.402" v="75" actId="20577"/>
      <pc:docMkLst>
        <pc:docMk/>
      </pc:docMkLst>
      <pc:sldChg chg="modSp add replId">
        <pc:chgData name="Larissa Nascimento dos Santos" userId="S::larissa.santos.terceirizada@icmbio.gov.br::12a4055e-129d-4f80-a52a-a82d6fd4d71c" providerId="AD" clId="Web-{04E8C13C-A3CF-B8F9-7C81-6A7F080CC32B}" dt="2024-10-30T14:54:56.402" v="75" actId="20577"/>
        <pc:sldMkLst>
          <pc:docMk/>
          <pc:sldMk cId="430861823" sldId="300"/>
        </pc:sldMkLst>
        <pc:spChg chg="mod">
          <ac:chgData name="Larissa Nascimento dos Santos" userId="S::larissa.santos.terceirizada@icmbio.gov.br::12a4055e-129d-4f80-a52a-a82d6fd4d71c" providerId="AD" clId="Web-{04E8C13C-A3CF-B8F9-7C81-6A7F080CC32B}" dt="2024-10-30T14:54:43.229" v="63"/>
          <ac:spMkLst>
            <pc:docMk/>
            <pc:sldMk cId="430861823" sldId="300"/>
            <ac:spMk id="6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04E8C13C-A3CF-B8F9-7C81-6A7F080CC32B}" dt="2024-10-30T14:54:56.402" v="75" actId="20577"/>
          <ac:spMkLst>
            <pc:docMk/>
            <pc:sldMk cId="430861823" sldId="300"/>
            <ac:spMk id="9" creationId="{E08C3CDE-5620-A2F6-8639-4C982A21783C}"/>
          </ac:spMkLst>
        </pc:spChg>
      </pc:sldChg>
    </pc:docChg>
  </pc:docChgLst>
  <pc:docChgLst>
    <pc:chgData name="Larissa Nascimento dos Santos" userId="S::larissa.santos.terceirizada@icmbio.gov.br::12a4055e-129d-4f80-a52a-a82d6fd4d71c" providerId="AD" clId="Web-{6298CEC3-46C7-FFD8-EC49-92A6DDFA14FB}"/>
    <pc:docChg chg="modSld sldOrd">
      <pc:chgData name="Larissa Nascimento dos Santos" userId="S::larissa.santos.terceirizada@icmbio.gov.br::12a4055e-129d-4f80-a52a-a82d6fd4d71c" providerId="AD" clId="Web-{6298CEC3-46C7-FFD8-EC49-92A6DDFA14FB}" dt="2024-10-17T13:42:10.025" v="150" actId="20577"/>
      <pc:docMkLst>
        <pc:docMk/>
      </pc:docMkLst>
      <pc:sldChg chg="modSp">
        <pc:chgData name="Larissa Nascimento dos Santos" userId="S::larissa.santos.terceirizada@icmbio.gov.br::12a4055e-129d-4f80-a52a-a82d6fd4d71c" providerId="AD" clId="Web-{6298CEC3-46C7-FFD8-EC49-92A6DDFA14FB}" dt="2024-10-17T13:36:35.470" v="111" actId="20577"/>
        <pc:sldMkLst>
          <pc:docMk/>
          <pc:sldMk cId="895595032" sldId="270"/>
        </pc:sldMkLst>
        <pc:spChg chg="mod">
          <ac:chgData name="Larissa Nascimento dos Santos" userId="S::larissa.santos.terceirizada@icmbio.gov.br::12a4055e-129d-4f80-a52a-a82d6fd4d71c" providerId="AD" clId="Web-{6298CEC3-46C7-FFD8-EC49-92A6DDFA14FB}" dt="2024-10-17T13:36:35.470" v="111" actId="20577"/>
          <ac:spMkLst>
            <pc:docMk/>
            <pc:sldMk cId="895595032" sldId="270"/>
            <ac:spMk id="6" creationId="{00000000-0000-0000-0000-000000000000}"/>
          </ac:spMkLst>
        </pc:spChg>
      </pc:sldChg>
      <pc:sldChg chg="modSp">
        <pc:chgData name="Larissa Nascimento dos Santos" userId="S::larissa.santos.terceirizada@icmbio.gov.br::12a4055e-129d-4f80-a52a-a82d6fd4d71c" providerId="AD" clId="Web-{6298CEC3-46C7-FFD8-EC49-92A6DDFA14FB}" dt="2024-10-17T13:41:58.056" v="148" actId="20577"/>
        <pc:sldMkLst>
          <pc:docMk/>
          <pc:sldMk cId="1310191555" sldId="273"/>
        </pc:sldMkLst>
        <pc:spChg chg="mod">
          <ac:chgData name="Larissa Nascimento dos Santos" userId="S::larissa.santos.terceirizada@icmbio.gov.br::12a4055e-129d-4f80-a52a-a82d6fd4d71c" providerId="AD" clId="Web-{6298CEC3-46C7-FFD8-EC49-92A6DDFA14FB}" dt="2024-10-17T13:41:58.056" v="148" actId="20577"/>
          <ac:spMkLst>
            <pc:docMk/>
            <pc:sldMk cId="1310191555" sldId="273"/>
            <ac:spMk id="6" creationId="{00000000-0000-0000-0000-000000000000}"/>
          </ac:spMkLst>
        </pc:spChg>
      </pc:sldChg>
      <pc:sldChg chg="addSp modSp">
        <pc:chgData name="Larissa Nascimento dos Santos" userId="S::larissa.santos.terceirizada@icmbio.gov.br::12a4055e-129d-4f80-a52a-a82d6fd4d71c" providerId="AD" clId="Web-{6298CEC3-46C7-FFD8-EC49-92A6DDFA14FB}" dt="2024-10-17T13:37:41.190" v="147" actId="1076"/>
        <pc:sldMkLst>
          <pc:docMk/>
          <pc:sldMk cId="617265369" sldId="279"/>
        </pc:sldMkLst>
        <pc:spChg chg="add mod">
          <ac:chgData name="Larissa Nascimento dos Santos" userId="S::larissa.santos.terceirizada@icmbio.gov.br::12a4055e-129d-4f80-a52a-a82d6fd4d71c" providerId="AD" clId="Web-{6298CEC3-46C7-FFD8-EC49-92A6DDFA14FB}" dt="2024-10-17T13:37:41.190" v="147" actId="1076"/>
          <ac:spMkLst>
            <pc:docMk/>
            <pc:sldMk cId="617265369" sldId="279"/>
            <ac:spMk id="3" creationId="{71043501-F4D7-E53B-1990-44852486A587}"/>
          </ac:spMkLst>
        </pc:spChg>
      </pc:sldChg>
      <pc:sldChg chg="addSp delSp ord">
        <pc:chgData name="Larissa Nascimento dos Santos" userId="S::larissa.santos.terceirizada@icmbio.gov.br::12a4055e-129d-4f80-a52a-a82d6fd4d71c" providerId="AD" clId="Web-{6298CEC3-46C7-FFD8-EC49-92A6DDFA14FB}" dt="2024-10-17T12:57:49.314" v="30"/>
        <pc:sldMkLst>
          <pc:docMk/>
          <pc:sldMk cId="1575787164" sldId="283"/>
        </pc:sldMkLst>
        <pc:spChg chg="del">
          <ac:chgData name="Larissa Nascimento dos Santos" userId="S::larissa.santos.terceirizada@icmbio.gov.br::12a4055e-129d-4f80-a52a-a82d6fd4d71c" providerId="AD" clId="Web-{6298CEC3-46C7-FFD8-EC49-92A6DDFA14FB}" dt="2024-10-17T12:57:10.797" v="25"/>
          <ac:spMkLst>
            <pc:docMk/>
            <pc:sldMk cId="1575787164" sldId="283"/>
            <ac:spMk id="4" creationId="{00000000-0000-0000-0000-000000000000}"/>
          </ac:spMkLst>
        </pc:spChg>
        <pc:spChg chg="add">
          <ac:chgData name="Larissa Nascimento dos Santos" userId="S::larissa.santos.terceirizada@icmbio.gov.br::12a4055e-129d-4f80-a52a-a82d6fd4d71c" providerId="AD" clId="Web-{6298CEC3-46C7-FFD8-EC49-92A6DDFA14FB}" dt="2024-10-17T12:57:11.735" v="26"/>
          <ac:spMkLst>
            <pc:docMk/>
            <pc:sldMk cId="1575787164" sldId="283"/>
            <ac:spMk id="7" creationId="{0FAA6D3B-E5B4-6376-EDEC-F707570BB131}"/>
          </ac:spMkLst>
        </pc:spChg>
      </pc:sldChg>
      <pc:sldChg chg="modSp">
        <pc:chgData name="Larissa Nascimento dos Santos" userId="S::larissa.santos.terceirizada@icmbio.gov.br::12a4055e-129d-4f80-a52a-a82d6fd4d71c" providerId="AD" clId="Web-{6298CEC3-46C7-FFD8-EC49-92A6DDFA14FB}" dt="2024-10-17T13:42:10.025" v="150" actId="20577"/>
        <pc:sldMkLst>
          <pc:docMk/>
          <pc:sldMk cId="1698386632" sldId="286"/>
        </pc:sldMkLst>
        <pc:spChg chg="mod">
          <ac:chgData name="Larissa Nascimento dos Santos" userId="S::larissa.santos.terceirizada@icmbio.gov.br::12a4055e-129d-4f80-a52a-a82d6fd4d71c" providerId="AD" clId="Web-{6298CEC3-46C7-FFD8-EC49-92A6DDFA14FB}" dt="2024-10-17T13:42:10.025" v="150" actId="20577"/>
          <ac:spMkLst>
            <pc:docMk/>
            <pc:sldMk cId="1698386632" sldId="286"/>
            <ac:spMk id="6" creationId="{00000000-0000-0000-0000-000000000000}"/>
          </ac:spMkLst>
        </pc:spChg>
      </pc:sldChg>
      <pc:sldChg chg="addSp delSp ord">
        <pc:chgData name="Larissa Nascimento dos Santos" userId="S::larissa.santos.terceirizada@icmbio.gov.br::12a4055e-129d-4f80-a52a-a82d6fd4d71c" providerId="AD" clId="Web-{6298CEC3-46C7-FFD8-EC49-92A6DDFA14FB}" dt="2024-10-17T12:57:51.174" v="31"/>
        <pc:sldMkLst>
          <pc:docMk/>
          <pc:sldMk cId="4049512512" sldId="287"/>
        </pc:sldMkLst>
        <pc:spChg chg="add">
          <ac:chgData name="Larissa Nascimento dos Santos" userId="S::larissa.santos.terceirizada@icmbio.gov.br::12a4055e-129d-4f80-a52a-a82d6fd4d71c" providerId="AD" clId="Web-{6298CEC3-46C7-FFD8-EC49-92A6DDFA14FB}" dt="2024-10-17T12:57:25.798" v="29"/>
          <ac:spMkLst>
            <pc:docMk/>
            <pc:sldMk cId="4049512512" sldId="287"/>
            <ac:spMk id="3" creationId="{94C63464-69C2-EE68-2CF1-200DCD2C9FD6}"/>
          </ac:spMkLst>
        </pc:spChg>
        <pc:spChg chg="del">
          <ac:chgData name="Larissa Nascimento dos Santos" userId="S::larissa.santos.terceirizada@icmbio.gov.br::12a4055e-129d-4f80-a52a-a82d6fd4d71c" providerId="AD" clId="Web-{6298CEC3-46C7-FFD8-EC49-92A6DDFA14FB}" dt="2024-10-17T12:57:25.157" v="28"/>
          <ac:spMkLst>
            <pc:docMk/>
            <pc:sldMk cId="4049512512" sldId="287"/>
            <ac:spMk id="13" creationId="{00000000-0000-0000-0000-000000000000}"/>
          </ac:spMkLst>
        </pc:spChg>
      </pc:sldChg>
      <pc:sldChg chg="modSp">
        <pc:chgData name="Larissa Nascimento dos Santos" userId="S::larissa.santos.terceirizada@icmbio.gov.br::12a4055e-129d-4f80-a52a-a82d6fd4d71c" providerId="AD" clId="Web-{6298CEC3-46C7-FFD8-EC49-92A6DDFA14FB}" dt="2024-10-17T13:05:23.645" v="109" actId="20577"/>
        <pc:sldMkLst>
          <pc:docMk/>
          <pc:sldMk cId="1100162360" sldId="288"/>
        </pc:sldMkLst>
        <pc:spChg chg="mod">
          <ac:chgData name="Larissa Nascimento dos Santos" userId="S::larissa.santos.terceirizada@icmbio.gov.br::12a4055e-129d-4f80-a52a-a82d6fd4d71c" providerId="AD" clId="Web-{6298CEC3-46C7-FFD8-EC49-92A6DDFA14FB}" dt="2024-10-17T13:05:23.645" v="109" actId="20577"/>
          <ac:spMkLst>
            <pc:docMk/>
            <pc:sldMk cId="1100162360" sldId="288"/>
            <ac:spMk id="139" creationId="{00000000-0000-0000-0000-000000000000}"/>
          </ac:spMkLst>
        </pc:spChg>
      </pc:sldChg>
    </pc:docChg>
  </pc:docChgLst>
  <pc:docChgLst>
    <pc:chgData name="Larissa Nascimento dos Santos" userId="S::larissa.santos.terceirizada@icmbio.gov.br::12a4055e-129d-4f80-a52a-a82d6fd4d71c" providerId="AD" clId="Web-{8A01E897-A3AC-9052-8F12-69D848ECC379}"/>
    <pc:docChg chg="mod modSld">
      <pc:chgData name="Larissa Nascimento dos Santos" userId="S::larissa.santos.terceirizada@icmbio.gov.br::12a4055e-129d-4f80-a52a-a82d6fd4d71c" providerId="AD" clId="Web-{8A01E897-A3AC-9052-8F12-69D848ECC379}" dt="2023-10-07T14:09:08.747" v="14" actId="1076"/>
      <pc:docMkLst>
        <pc:docMk/>
      </pc:docMkLst>
      <pc:sldChg chg="modSp">
        <pc:chgData name="Larissa Nascimento dos Santos" userId="S::larissa.santos.terceirizada@icmbio.gov.br::12a4055e-129d-4f80-a52a-a82d6fd4d71c" providerId="AD" clId="Web-{8A01E897-A3AC-9052-8F12-69D848ECC379}" dt="2023-10-07T14:09:08.747" v="14" actId="1076"/>
        <pc:sldMkLst>
          <pc:docMk/>
          <pc:sldMk cId="1575787164" sldId="283"/>
        </pc:sldMkLst>
        <pc:spChg chg="mod">
          <ac:chgData name="Larissa Nascimento dos Santos" userId="S::larissa.santos.terceirizada@icmbio.gov.br::12a4055e-129d-4f80-a52a-a82d6fd4d71c" providerId="AD" clId="Web-{8A01E897-A3AC-9052-8F12-69D848ECC379}" dt="2023-10-07T14:08:46.137" v="11" actId="20577"/>
          <ac:spMkLst>
            <pc:docMk/>
            <pc:sldMk cId="1575787164" sldId="283"/>
            <ac:spMk id="10" creationId="{00000000-0000-0000-0000-000000000000}"/>
          </ac:spMkLst>
        </pc:spChg>
        <pc:picChg chg="mod">
          <ac:chgData name="Larissa Nascimento dos Santos" userId="S::larissa.santos.terceirizada@icmbio.gov.br::12a4055e-129d-4f80-a52a-a82d6fd4d71c" providerId="AD" clId="Web-{8A01E897-A3AC-9052-8F12-69D848ECC379}" dt="2023-10-07T14:09:08.747" v="14" actId="1076"/>
          <ac:picMkLst>
            <pc:docMk/>
            <pc:sldMk cId="1575787164" sldId="283"/>
            <ac:picMk id="2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8A01E897-A3AC-9052-8F12-69D848ECC379}" dt="2023-10-07T14:09:08.747" v="13" actId="1076"/>
          <ac:picMkLst>
            <pc:docMk/>
            <pc:sldMk cId="1575787164" sldId="283"/>
            <ac:picMk id="21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8A01E897-A3AC-9052-8F12-69D848ECC379}" dt="2023-10-07T14:09:02.310" v="12" actId="1076"/>
          <ac:picMkLst>
            <pc:docMk/>
            <pc:sldMk cId="1575787164" sldId="283"/>
            <ac:picMk id="28" creationId="{00000000-0000-0000-0000-000000000000}"/>
          </ac:picMkLst>
        </pc:picChg>
      </pc:sldChg>
    </pc:docChg>
  </pc:docChgLst>
  <pc:docChgLst>
    <pc:chgData name="Larissa Nascimento dos Santos" userId="S::larissa.santos.terceirizada@icmbio.gov.br::12a4055e-129d-4f80-a52a-a82d6fd4d71c" providerId="AD" clId="Web-{16DEEC6D-7895-D6ED-F455-BE2372846445}"/>
    <pc:docChg chg="addSld modSld">
      <pc:chgData name="Larissa Nascimento dos Santos" userId="S::larissa.santos.terceirizada@icmbio.gov.br::12a4055e-129d-4f80-a52a-a82d6fd4d71c" providerId="AD" clId="Web-{16DEEC6D-7895-D6ED-F455-BE2372846445}" dt="2024-10-23T14:55:22.048" v="367" actId="1076"/>
      <pc:docMkLst>
        <pc:docMk/>
      </pc:docMkLst>
      <pc:sldChg chg="addSp delSp modSp delAnim">
        <pc:chgData name="Larissa Nascimento dos Santos" userId="S::larissa.santos.terceirizada@icmbio.gov.br::12a4055e-129d-4f80-a52a-a82d6fd4d71c" providerId="AD" clId="Web-{16DEEC6D-7895-D6ED-F455-BE2372846445}" dt="2024-10-23T14:55:22.048" v="367" actId="1076"/>
        <pc:sldMkLst>
          <pc:docMk/>
          <pc:sldMk cId="3798671968" sldId="293"/>
        </pc:sldMkLst>
        <pc:spChg chg="mod">
          <ac:chgData name="Larissa Nascimento dos Santos" userId="S::larissa.santos.terceirizada@icmbio.gov.br::12a4055e-129d-4f80-a52a-a82d6fd4d71c" providerId="AD" clId="Web-{16DEEC6D-7895-D6ED-F455-BE2372846445}" dt="2024-10-23T14:48:31.519" v="186" actId="14100"/>
          <ac:spMkLst>
            <pc:docMk/>
            <pc:sldMk cId="3798671968" sldId="293"/>
            <ac:spMk id="6" creationId="{00000000-0000-0000-0000-000000000000}"/>
          </ac:spMkLst>
        </pc:spChg>
        <pc:spChg chg="add mod">
          <ac:chgData name="Larissa Nascimento dos Santos" userId="S::larissa.santos.terceirizada@icmbio.gov.br::12a4055e-129d-4f80-a52a-a82d6fd4d71c" providerId="AD" clId="Web-{16DEEC6D-7895-D6ED-F455-BE2372846445}" dt="2024-10-23T14:55:22.033" v="366" actId="1076"/>
          <ac:spMkLst>
            <pc:docMk/>
            <pc:sldMk cId="3798671968" sldId="293"/>
            <ac:spMk id="10" creationId="{F66094E9-A2F1-7228-4A8F-F68B4939CC5D}"/>
          </ac:spMkLst>
        </pc:spChg>
        <pc:spChg chg="add mod">
          <ac:chgData name="Larissa Nascimento dos Santos" userId="S::larissa.santos.terceirizada@icmbio.gov.br::12a4055e-129d-4f80-a52a-a82d6fd4d71c" providerId="AD" clId="Web-{16DEEC6D-7895-D6ED-F455-BE2372846445}" dt="2024-10-23T14:55:22.017" v="365" actId="1076"/>
          <ac:spMkLst>
            <pc:docMk/>
            <pc:sldMk cId="3798671968" sldId="293"/>
            <ac:spMk id="11" creationId="{9443E3CE-A8C3-1798-A4D6-4018B20FF731}"/>
          </ac:spMkLst>
        </pc:spChg>
        <pc:spChg chg="add mod">
          <ac:chgData name="Larissa Nascimento dos Santos" userId="S::larissa.santos.terceirizada@icmbio.gov.br::12a4055e-129d-4f80-a52a-a82d6fd4d71c" providerId="AD" clId="Web-{16DEEC6D-7895-D6ED-F455-BE2372846445}" dt="2024-10-23T14:48:47.879" v="196" actId="14100"/>
          <ac:spMkLst>
            <pc:docMk/>
            <pc:sldMk cId="3798671968" sldId="293"/>
            <ac:spMk id="12" creationId="{9B6C858E-6175-0374-B06D-9316E6698E4B}"/>
          </ac:spMkLst>
        </pc:spChg>
        <pc:spChg chg="add mod">
          <ac:chgData name="Larissa Nascimento dos Santos" userId="S::larissa.santos.terceirizada@icmbio.gov.br::12a4055e-129d-4f80-a52a-a82d6fd4d71c" providerId="AD" clId="Web-{16DEEC6D-7895-D6ED-F455-BE2372846445}" dt="2024-10-23T14:55:22.048" v="367" actId="1076"/>
          <ac:spMkLst>
            <pc:docMk/>
            <pc:sldMk cId="3798671968" sldId="293"/>
            <ac:spMk id="13" creationId="{7E0FFF99-A1B2-74F7-EBBA-8AD1D1A061CC}"/>
          </ac:spMkLst>
        </pc:spChg>
        <pc:spChg chg="del">
          <ac:chgData name="Larissa Nascimento dos Santos" userId="S::larissa.santos.terceirizada@icmbio.gov.br::12a4055e-129d-4f80-a52a-a82d6fd4d71c" providerId="AD" clId="Web-{16DEEC6D-7895-D6ED-F455-BE2372846445}" dt="2024-10-23T14:39:47.939" v="15"/>
          <ac:spMkLst>
            <pc:docMk/>
            <pc:sldMk cId="3798671968" sldId="293"/>
            <ac:spMk id="21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6DEEC6D-7895-D6ED-F455-BE2372846445}" dt="2024-10-23T14:39:47.939" v="13"/>
          <ac:spMkLst>
            <pc:docMk/>
            <pc:sldMk cId="3798671968" sldId="293"/>
            <ac:spMk id="49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6DEEC6D-7895-D6ED-F455-BE2372846445}" dt="2024-10-23T14:39:47.939" v="12"/>
          <ac:spMkLst>
            <pc:docMk/>
            <pc:sldMk cId="3798671968" sldId="293"/>
            <ac:spMk id="50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6DEEC6D-7895-D6ED-F455-BE2372846445}" dt="2024-10-23T14:39:47.939" v="11"/>
          <ac:spMkLst>
            <pc:docMk/>
            <pc:sldMk cId="3798671968" sldId="293"/>
            <ac:spMk id="52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6DEEC6D-7895-D6ED-F455-BE2372846445}" dt="2024-10-23T14:39:47.939" v="8"/>
          <ac:spMkLst>
            <pc:docMk/>
            <pc:sldMk cId="3798671968" sldId="293"/>
            <ac:spMk id="57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6DEEC6D-7895-D6ED-F455-BE2372846445}" dt="2024-10-23T14:39:47.939" v="6"/>
          <ac:spMkLst>
            <pc:docMk/>
            <pc:sldMk cId="3798671968" sldId="293"/>
            <ac:spMk id="59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6DEEC6D-7895-D6ED-F455-BE2372846445}" dt="2024-10-23T14:39:47.939" v="5"/>
          <ac:spMkLst>
            <pc:docMk/>
            <pc:sldMk cId="3798671968" sldId="293"/>
            <ac:spMk id="60" creationId="{00000000-0000-0000-0000-000000000000}"/>
          </ac:spMkLst>
        </pc:spChg>
        <pc:spChg chg="del">
          <ac:chgData name="Larissa Nascimento dos Santos" userId="S::larissa.santos.terceirizada@icmbio.gov.br::12a4055e-129d-4f80-a52a-a82d6fd4d71c" providerId="AD" clId="Web-{16DEEC6D-7895-D6ED-F455-BE2372846445}" dt="2024-10-23T14:39:47.939" v="4"/>
          <ac:spMkLst>
            <pc:docMk/>
            <pc:sldMk cId="3798671968" sldId="293"/>
            <ac:spMk id="62" creationId="{00000000-0000-0000-0000-000000000000}"/>
          </ac:spMkLst>
        </pc:spChg>
        <pc:grpChg chg="del">
          <ac:chgData name="Larissa Nascimento dos Santos" userId="S::larissa.santos.terceirizada@icmbio.gov.br::12a4055e-129d-4f80-a52a-a82d6fd4d71c" providerId="AD" clId="Web-{16DEEC6D-7895-D6ED-F455-BE2372846445}" dt="2024-10-23T14:39:47.939" v="2"/>
          <ac:grpSpMkLst>
            <pc:docMk/>
            <pc:sldMk cId="3798671968" sldId="293"/>
            <ac:grpSpMk id="3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16DEEC6D-7895-D6ED-F455-BE2372846445}" dt="2024-10-23T14:39:47.939" v="10"/>
          <ac:grpSpMkLst>
            <pc:docMk/>
            <pc:sldMk cId="3798671968" sldId="293"/>
            <ac:grpSpMk id="9" creationId="{00000000-0000-0000-0000-000000000000}"/>
          </ac:grpSpMkLst>
        </pc:grpChg>
        <pc:grpChg chg="del">
          <ac:chgData name="Larissa Nascimento dos Santos" userId="S::larissa.santos.terceirizada@icmbio.gov.br::12a4055e-129d-4f80-a52a-a82d6fd4d71c" providerId="AD" clId="Web-{16DEEC6D-7895-D6ED-F455-BE2372846445}" dt="2024-10-23T14:39:47.939" v="16"/>
          <ac:grpSpMkLst>
            <pc:docMk/>
            <pc:sldMk cId="3798671968" sldId="293"/>
            <ac:grpSpMk id="24" creationId="{00000000-0000-0000-0000-000000000000}"/>
          </ac:grpSpMkLst>
        </pc:grpChg>
        <pc:picChg chg="add mod">
          <ac:chgData name="Larissa Nascimento dos Santos" userId="S::larissa.santos.terceirizada@icmbio.gov.br::12a4055e-129d-4f80-a52a-a82d6fd4d71c" providerId="AD" clId="Web-{16DEEC6D-7895-D6ED-F455-BE2372846445}" dt="2024-10-23T14:55:22.017" v="364" actId="1076"/>
          <ac:picMkLst>
            <pc:docMk/>
            <pc:sldMk cId="3798671968" sldId="293"/>
            <ac:picMk id="4" creationId="{F3D122E7-3603-2FA5-ABBB-EE891A8BAC79}"/>
          </ac:picMkLst>
        </pc:picChg>
        <pc:picChg chg="del">
          <ac:chgData name="Larissa Nascimento dos Santos" userId="S::larissa.santos.terceirizada@icmbio.gov.br::12a4055e-129d-4f80-a52a-a82d6fd4d71c" providerId="AD" clId="Web-{16DEEC6D-7895-D6ED-F455-BE2372846445}" dt="2024-10-23T14:39:47.939" v="14"/>
          <ac:picMkLst>
            <pc:docMk/>
            <pc:sldMk cId="3798671968" sldId="293"/>
            <ac:picMk id="7" creationId="{00000000-0000-0000-0000-000000000000}"/>
          </ac:picMkLst>
        </pc:picChg>
        <pc:picChg chg="add mod modCrop">
          <ac:chgData name="Larissa Nascimento dos Santos" userId="S::larissa.santos.terceirizada@icmbio.gov.br::12a4055e-129d-4f80-a52a-a82d6fd4d71c" providerId="AD" clId="Web-{16DEEC6D-7895-D6ED-F455-BE2372846445}" dt="2024-10-23T14:49:02.364" v="199" actId="1076"/>
          <ac:picMkLst>
            <pc:docMk/>
            <pc:sldMk cId="3798671968" sldId="293"/>
            <ac:picMk id="8" creationId="{18B45165-C418-FB82-5640-26A08A52B74F}"/>
          </ac:picMkLst>
        </pc:picChg>
        <pc:picChg chg="del">
          <ac:chgData name="Larissa Nascimento dos Santos" userId="S::larissa.santos.terceirizada@icmbio.gov.br::12a4055e-129d-4f80-a52a-a82d6fd4d71c" providerId="AD" clId="Web-{16DEEC6D-7895-D6ED-F455-BE2372846445}" dt="2024-10-23T14:39:47.939" v="1"/>
          <ac:picMkLst>
            <pc:docMk/>
            <pc:sldMk cId="3798671968" sldId="293"/>
            <ac:picMk id="39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16DEEC6D-7895-D6ED-F455-BE2372846445}" dt="2024-10-23T14:39:47.939" v="9"/>
          <ac:picMkLst>
            <pc:docMk/>
            <pc:sldMk cId="3798671968" sldId="293"/>
            <ac:picMk id="56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16DEEC6D-7895-D6ED-F455-BE2372846445}" dt="2024-10-23T14:39:47.939" v="7"/>
          <ac:picMkLst>
            <pc:docMk/>
            <pc:sldMk cId="3798671968" sldId="293"/>
            <ac:picMk id="58" creationId="{00000000-0000-0000-0000-000000000000}"/>
          </ac:picMkLst>
        </pc:picChg>
        <pc:picChg chg="del">
          <ac:chgData name="Larissa Nascimento dos Santos" userId="S::larissa.santos.terceirizada@icmbio.gov.br::12a4055e-129d-4f80-a52a-a82d6fd4d71c" providerId="AD" clId="Web-{16DEEC6D-7895-D6ED-F455-BE2372846445}" dt="2024-10-23T14:39:47.939" v="3"/>
          <ac:picMkLst>
            <pc:docMk/>
            <pc:sldMk cId="3798671968" sldId="293"/>
            <ac:picMk id="63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6DEEC6D-7895-D6ED-F455-BE2372846445}" dt="2024-10-23T14:54:57.844" v="363"/>
          <ac:picMkLst>
            <pc:docMk/>
            <pc:sldMk cId="3798671968" sldId="293"/>
            <ac:picMk id="87" creationId="{00000000-0000-0000-0000-000000000000}"/>
          </ac:picMkLst>
        </pc:picChg>
      </pc:sldChg>
      <pc:sldChg chg="modSp">
        <pc:chgData name="Larissa Nascimento dos Santos" userId="S::larissa.santos.terceirizada@icmbio.gov.br::12a4055e-129d-4f80-a52a-a82d6fd4d71c" providerId="AD" clId="Web-{16DEEC6D-7895-D6ED-F455-BE2372846445}" dt="2024-10-23T14:46:40.968" v="146" actId="20577"/>
        <pc:sldMkLst>
          <pc:docMk/>
          <pc:sldMk cId="2667751205" sldId="294"/>
        </pc:sldMkLst>
        <pc:spChg chg="mod">
          <ac:chgData name="Larissa Nascimento dos Santos" userId="S::larissa.santos.terceirizada@icmbio.gov.br::12a4055e-129d-4f80-a52a-a82d6fd4d71c" providerId="AD" clId="Web-{16DEEC6D-7895-D6ED-F455-BE2372846445}" dt="2024-10-23T14:46:40.968" v="146" actId="20577"/>
          <ac:spMkLst>
            <pc:docMk/>
            <pc:sldMk cId="2667751205" sldId="294"/>
            <ac:spMk id="6" creationId="{00000000-0000-0000-0000-000000000000}"/>
          </ac:spMkLst>
        </pc:spChg>
      </pc:sldChg>
      <pc:sldChg chg="modSp">
        <pc:chgData name="Larissa Nascimento dos Santos" userId="S::larissa.santos.terceirizada@icmbio.gov.br::12a4055e-129d-4f80-a52a-a82d6fd4d71c" providerId="AD" clId="Web-{16DEEC6D-7895-D6ED-F455-BE2372846445}" dt="2024-10-23T14:46:45.016" v="147" actId="20577"/>
        <pc:sldMkLst>
          <pc:docMk/>
          <pc:sldMk cId="2661808621" sldId="296"/>
        </pc:sldMkLst>
        <pc:spChg chg="mod">
          <ac:chgData name="Larissa Nascimento dos Santos" userId="S::larissa.santos.terceirizada@icmbio.gov.br::12a4055e-129d-4f80-a52a-a82d6fd4d71c" providerId="AD" clId="Web-{16DEEC6D-7895-D6ED-F455-BE2372846445}" dt="2024-10-23T14:46:45.016" v="147" actId="20577"/>
          <ac:spMkLst>
            <pc:docMk/>
            <pc:sldMk cId="2661808621" sldId="296"/>
            <ac:spMk id="6" creationId="{00000000-0000-0000-0000-000000000000}"/>
          </ac:spMkLst>
        </pc:spChg>
      </pc:sldChg>
      <pc:sldChg chg="modSp add replId">
        <pc:chgData name="Larissa Nascimento dos Santos" userId="S::larissa.santos.terceirizada@icmbio.gov.br::12a4055e-129d-4f80-a52a-a82d6fd4d71c" providerId="AD" clId="Web-{16DEEC6D-7895-D6ED-F455-BE2372846445}" dt="2024-10-23T14:47:43.861" v="170" actId="1076"/>
        <pc:sldMkLst>
          <pc:docMk/>
          <pc:sldMk cId="1359320809" sldId="299"/>
        </pc:sldMkLst>
        <pc:spChg chg="mod">
          <ac:chgData name="Larissa Nascimento dos Santos" userId="S::larissa.santos.terceirizada@icmbio.gov.br::12a4055e-129d-4f80-a52a-a82d6fd4d71c" providerId="AD" clId="Web-{16DEEC6D-7895-D6ED-F455-BE2372846445}" dt="2024-10-23T14:47:13.798" v="153" actId="20577"/>
          <ac:spMkLst>
            <pc:docMk/>
            <pc:sldMk cId="1359320809" sldId="299"/>
            <ac:spMk id="6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6DEEC6D-7895-D6ED-F455-BE2372846445}" dt="2024-10-23T14:47:43.689" v="158" actId="1076"/>
          <ac:spMkLst>
            <pc:docMk/>
            <pc:sldMk cId="1359320809" sldId="299"/>
            <ac:spMk id="49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6DEEC6D-7895-D6ED-F455-BE2372846445}" dt="2024-10-23T14:47:43.689" v="159" actId="1076"/>
          <ac:spMkLst>
            <pc:docMk/>
            <pc:sldMk cId="1359320809" sldId="299"/>
            <ac:spMk id="50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6DEEC6D-7895-D6ED-F455-BE2372846445}" dt="2024-10-23T14:47:43.705" v="160" actId="1076"/>
          <ac:spMkLst>
            <pc:docMk/>
            <pc:sldMk cId="1359320809" sldId="299"/>
            <ac:spMk id="52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6DEEC6D-7895-D6ED-F455-BE2372846445}" dt="2024-10-23T14:47:43.767" v="163" actId="1076"/>
          <ac:spMkLst>
            <pc:docMk/>
            <pc:sldMk cId="1359320809" sldId="299"/>
            <ac:spMk id="57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6DEEC6D-7895-D6ED-F455-BE2372846445}" dt="2024-10-23T14:47:43.799" v="165" actId="1076"/>
          <ac:spMkLst>
            <pc:docMk/>
            <pc:sldMk cId="1359320809" sldId="299"/>
            <ac:spMk id="59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6DEEC6D-7895-D6ED-F455-BE2372846445}" dt="2024-10-23T14:47:43.814" v="166" actId="1076"/>
          <ac:spMkLst>
            <pc:docMk/>
            <pc:sldMk cId="1359320809" sldId="299"/>
            <ac:spMk id="60" creationId="{00000000-0000-0000-0000-000000000000}"/>
          </ac:spMkLst>
        </pc:spChg>
        <pc:spChg chg="mod">
          <ac:chgData name="Larissa Nascimento dos Santos" userId="S::larissa.santos.terceirizada@icmbio.gov.br::12a4055e-129d-4f80-a52a-a82d6fd4d71c" providerId="AD" clId="Web-{16DEEC6D-7895-D6ED-F455-BE2372846445}" dt="2024-10-23T14:47:43.814" v="167" actId="1076"/>
          <ac:spMkLst>
            <pc:docMk/>
            <pc:sldMk cId="1359320809" sldId="299"/>
            <ac:spMk id="62" creationId="{00000000-0000-0000-0000-000000000000}"/>
          </ac:spMkLst>
        </pc:spChg>
        <pc:grpChg chg="mod">
          <ac:chgData name="Larissa Nascimento dos Santos" userId="S::larissa.santos.terceirizada@icmbio.gov.br::12a4055e-129d-4f80-a52a-a82d6fd4d71c" providerId="AD" clId="Web-{16DEEC6D-7895-D6ED-F455-BE2372846445}" dt="2024-10-23T14:47:43.861" v="169" actId="1076"/>
          <ac:grpSpMkLst>
            <pc:docMk/>
            <pc:sldMk cId="1359320809" sldId="299"/>
            <ac:grpSpMk id="3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16DEEC6D-7895-D6ED-F455-BE2372846445}" dt="2024-10-23T14:47:43.736" v="161" actId="1076"/>
          <ac:grpSpMkLst>
            <pc:docMk/>
            <pc:sldMk cId="1359320809" sldId="299"/>
            <ac:grpSpMk id="9" creationId="{00000000-0000-0000-0000-000000000000}"/>
          </ac:grpSpMkLst>
        </pc:grpChg>
        <pc:grpChg chg="mod">
          <ac:chgData name="Larissa Nascimento dos Santos" userId="S::larissa.santos.terceirizada@icmbio.gov.br::12a4055e-129d-4f80-a52a-a82d6fd4d71c" providerId="AD" clId="Web-{16DEEC6D-7895-D6ED-F455-BE2372846445}" dt="2024-10-23T14:47:43.658" v="156" actId="1076"/>
          <ac:grpSpMkLst>
            <pc:docMk/>
            <pc:sldMk cId="1359320809" sldId="299"/>
            <ac:grpSpMk id="24" creationId="{00000000-0000-0000-0000-000000000000}"/>
          </ac:grpSpMkLst>
        </pc:grpChg>
        <pc:picChg chg="mod">
          <ac:chgData name="Larissa Nascimento dos Santos" userId="S::larissa.santos.terceirizada@icmbio.gov.br::12a4055e-129d-4f80-a52a-a82d6fd4d71c" providerId="AD" clId="Web-{16DEEC6D-7895-D6ED-F455-BE2372846445}" dt="2024-10-23T14:47:43.674" v="157" actId="1076"/>
          <ac:picMkLst>
            <pc:docMk/>
            <pc:sldMk cId="1359320809" sldId="299"/>
            <ac:picMk id="7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6DEEC6D-7895-D6ED-F455-BE2372846445}" dt="2024-10-23T14:47:43.861" v="170" actId="1076"/>
          <ac:picMkLst>
            <pc:docMk/>
            <pc:sldMk cId="1359320809" sldId="299"/>
            <ac:picMk id="39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6DEEC6D-7895-D6ED-F455-BE2372846445}" dt="2024-10-23T14:47:43.767" v="162" actId="1076"/>
          <ac:picMkLst>
            <pc:docMk/>
            <pc:sldMk cId="1359320809" sldId="299"/>
            <ac:picMk id="56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6DEEC6D-7895-D6ED-F455-BE2372846445}" dt="2024-10-23T14:47:43.783" v="164" actId="1076"/>
          <ac:picMkLst>
            <pc:docMk/>
            <pc:sldMk cId="1359320809" sldId="299"/>
            <ac:picMk id="58" creationId="{00000000-0000-0000-0000-000000000000}"/>
          </ac:picMkLst>
        </pc:picChg>
        <pc:picChg chg="mod">
          <ac:chgData name="Larissa Nascimento dos Santos" userId="S::larissa.santos.terceirizada@icmbio.gov.br::12a4055e-129d-4f80-a52a-a82d6fd4d71c" providerId="AD" clId="Web-{16DEEC6D-7895-D6ED-F455-BE2372846445}" dt="2024-10-23T14:47:43.830" v="168" actId="1076"/>
          <ac:picMkLst>
            <pc:docMk/>
            <pc:sldMk cId="1359320809" sldId="299"/>
            <ac:picMk id="63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2F9A54-9D58-47B3-86EC-1F68A56CA9A4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C9CC076-1279-43E8-9B2A-746BB44AB58B}">
      <dgm:prSet phldrT="[Texto]" custT="1"/>
      <dgm:spPr>
        <a:solidFill>
          <a:schemeClr val="accent6"/>
        </a:solidFill>
      </dgm:spPr>
      <dgm:t>
        <a:bodyPr/>
        <a:lstStyle/>
        <a:p>
          <a:r>
            <a:rPr lang="pt-BR" sz="1100">
              <a:solidFill>
                <a:schemeClr val="bg1"/>
              </a:solidFill>
            </a:rPr>
            <a:t>Biodiversidade</a:t>
          </a:r>
        </a:p>
      </dgm:t>
    </dgm:pt>
    <dgm:pt modelId="{4934E872-46D7-43CF-AE1C-BB1520A2B786}" type="parTrans" cxnId="{12E909D1-C4BC-4188-B623-B0E6CB86D2E1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4A99D79A-83A3-47D1-AE5D-9B041D3B195A}" type="sibTrans" cxnId="{12E909D1-C4BC-4188-B623-B0E6CB86D2E1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46325134-F8BC-45D3-9B85-B7A09FB00B1C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11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Relações ecológicas</a:t>
          </a:r>
          <a:endParaRPr lang="pt-BR" sz="1100">
            <a:solidFill>
              <a:schemeClr val="bg1"/>
            </a:solidFill>
          </a:endParaRPr>
        </a:p>
      </dgm:t>
    </dgm:pt>
    <dgm:pt modelId="{8EA5CFF6-CD9D-470F-A240-5533A7D7E90F}" type="parTrans" cxnId="{42AD518F-1F44-4788-A854-573F419E1885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04F6445B-6515-424D-BC52-4418C7680836}" type="sibTrans" cxnId="{42AD518F-1F44-4788-A854-573F419E1885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A379901A-B48E-4E3D-A073-8E13FDFB16B8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err="1">
              <a:solidFill>
                <a:schemeClr val="bg1"/>
              </a:solidFill>
            </a:rPr>
            <a:t>Desenvolvim</a:t>
          </a:r>
          <a:r>
            <a:rPr lang="pt-BR" sz="1100">
              <a:solidFill>
                <a:schemeClr val="bg1"/>
              </a:solidFill>
            </a:rPr>
            <a:t>. econômico</a:t>
          </a:r>
        </a:p>
      </dgm:t>
    </dgm:pt>
    <dgm:pt modelId="{812AC1C6-321E-4996-B41E-6BD75B96A7A9}" type="parTrans" cxnId="{CAC59C4F-EDB5-4846-A02D-096C21871B32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EDB615ED-CDFE-477A-936D-E4B4A9B47533}" type="sibTrans" cxnId="{CAC59C4F-EDB5-4846-A02D-096C21871B32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B93FD3E9-808B-4740-A08A-6A3077753A3F}">
      <dgm:prSet phldrT="[Texto]" custT="1"/>
      <dgm:spPr/>
      <dgm:t>
        <a:bodyPr/>
        <a:lstStyle/>
        <a:p>
          <a:r>
            <a:rPr lang="pt-BR" sz="1100">
              <a:solidFill>
                <a:schemeClr val="bg1"/>
              </a:solidFill>
            </a:rPr>
            <a:t>Políticas públicas</a:t>
          </a:r>
        </a:p>
      </dgm:t>
    </dgm:pt>
    <dgm:pt modelId="{36663104-0513-4A8B-AC20-8F4D60AB97DE}" type="parTrans" cxnId="{17ADC5DC-3D20-4D9D-9E07-181CF211BD2F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25F9D840-AA79-4B8C-AC4F-9334E1CD224F}" type="sibTrans" cxnId="{17ADC5DC-3D20-4D9D-9E07-181CF211BD2F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0C198470-4C8B-4149-8748-E827BFC81296}">
      <dgm:prSet phldrT="[Texto]" custT="1"/>
      <dgm:spPr>
        <a:solidFill>
          <a:schemeClr val="accent4"/>
        </a:solidFill>
      </dgm:spPr>
      <dgm:t>
        <a:bodyPr/>
        <a:lstStyle/>
        <a:p>
          <a:r>
            <a:rPr lang="pt-BR" sz="11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Ocupação e atividades humanas</a:t>
          </a:r>
          <a:endParaRPr lang="pt-BR" sz="1100">
            <a:solidFill>
              <a:schemeClr val="bg1"/>
            </a:solidFill>
          </a:endParaRPr>
        </a:p>
      </dgm:t>
    </dgm:pt>
    <dgm:pt modelId="{ACB78000-558E-4E0D-9CC5-0C5747AEA8CC}" type="parTrans" cxnId="{60486D21-D652-4816-BA7F-5B4EE3E232DA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24259C15-1CBE-4CEC-8C43-140CF615DE73}" type="sibTrans" cxnId="{60486D21-D652-4816-BA7F-5B4EE3E232DA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849563BB-8954-4278-ACD1-1BBABB08CC07}" type="pres">
      <dgm:prSet presAssocID="{A62F9A54-9D58-47B3-86EC-1F68A56CA9A4}" presName="cycle" presStyleCnt="0">
        <dgm:presLayoutVars>
          <dgm:dir/>
          <dgm:resizeHandles val="exact"/>
        </dgm:presLayoutVars>
      </dgm:prSet>
      <dgm:spPr/>
    </dgm:pt>
    <dgm:pt modelId="{A2CC0F8E-B175-4701-99F0-0E24FB8EFD53}" type="pres">
      <dgm:prSet presAssocID="{DC9CC076-1279-43E8-9B2A-746BB44AB58B}" presName="node" presStyleLbl="node1" presStyleIdx="0" presStyleCnt="5">
        <dgm:presLayoutVars>
          <dgm:bulletEnabled val="1"/>
        </dgm:presLayoutVars>
      </dgm:prSet>
      <dgm:spPr/>
    </dgm:pt>
    <dgm:pt modelId="{D5AA46DB-09BB-4B6F-BEE3-79DF77A2797F}" type="pres">
      <dgm:prSet presAssocID="{DC9CC076-1279-43E8-9B2A-746BB44AB58B}" presName="spNode" presStyleCnt="0"/>
      <dgm:spPr/>
    </dgm:pt>
    <dgm:pt modelId="{07DF581B-6B8A-471F-A9E3-846D9C2C00BA}" type="pres">
      <dgm:prSet presAssocID="{4A99D79A-83A3-47D1-AE5D-9B041D3B195A}" presName="sibTrans" presStyleLbl="sibTrans1D1" presStyleIdx="0" presStyleCnt="5"/>
      <dgm:spPr/>
    </dgm:pt>
    <dgm:pt modelId="{51B0BEE0-D5B3-4F8C-A8EC-0C250324560E}" type="pres">
      <dgm:prSet presAssocID="{46325134-F8BC-45D3-9B85-B7A09FB00B1C}" presName="node" presStyleLbl="node1" presStyleIdx="1" presStyleCnt="5">
        <dgm:presLayoutVars>
          <dgm:bulletEnabled val="1"/>
        </dgm:presLayoutVars>
      </dgm:prSet>
      <dgm:spPr/>
    </dgm:pt>
    <dgm:pt modelId="{65EBC554-94D3-49C3-89A9-B4192F70ED32}" type="pres">
      <dgm:prSet presAssocID="{46325134-F8BC-45D3-9B85-B7A09FB00B1C}" presName="spNode" presStyleCnt="0"/>
      <dgm:spPr/>
    </dgm:pt>
    <dgm:pt modelId="{FC6830D2-3205-43AD-A77D-496A8A3E3056}" type="pres">
      <dgm:prSet presAssocID="{04F6445B-6515-424D-BC52-4418C7680836}" presName="sibTrans" presStyleLbl="sibTrans1D1" presStyleIdx="1" presStyleCnt="5"/>
      <dgm:spPr/>
    </dgm:pt>
    <dgm:pt modelId="{65763C4B-E825-4FA5-B7CB-EA5D071BFB75}" type="pres">
      <dgm:prSet presAssocID="{B93FD3E9-808B-4740-A08A-6A3077753A3F}" presName="node" presStyleLbl="node1" presStyleIdx="2" presStyleCnt="5" custRadScaleRad="96523" custRadScaleInc="-19059">
        <dgm:presLayoutVars>
          <dgm:bulletEnabled val="1"/>
        </dgm:presLayoutVars>
      </dgm:prSet>
      <dgm:spPr/>
    </dgm:pt>
    <dgm:pt modelId="{98C8360F-2F78-4E5E-B6F5-152D0F5C7B34}" type="pres">
      <dgm:prSet presAssocID="{B93FD3E9-808B-4740-A08A-6A3077753A3F}" presName="spNode" presStyleCnt="0"/>
      <dgm:spPr/>
    </dgm:pt>
    <dgm:pt modelId="{34F81694-2A1F-4068-A2E6-AF9EFD370217}" type="pres">
      <dgm:prSet presAssocID="{25F9D840-AA79-4B8C-AC4F-9334E1CD224F}" presName="sibTrans" presStyleLbl="sibTrans1D1" presStyleIdx="2" presStyleCnt="5"/>
      <dgm:spPr/>
    </dgm:pt>
    <dgm:pt modelId="{6A0CEE07-9BA4-4682-8F48-182319F939FE}" type="pres">
      <dgm:prSet presAssocID="{A379901A-B48E-4E3D-A073-8E13FDFB16B8}" presName="node" presStyleLbl="node1" presStyleIdx="3" presStyleCnt="5" custRadScaleRad="95681" custRadScaleInc="16591">
        <dgm:presLayoutVars>
          <dgm:bulletEnabled val="1"/>
        </dgm:presLayoutVars>
      </dgm:prSet>
      <dgm:spPr/>
    </dgm:pt>
    <dgm:pt modelId="{27198B10-2A60-41A3-9BF7-3900ED588838}" type="pres">
      <dgm:prSet presAssocID="{A379901A-B48E-4E3D-A073-8E13FDFB16B8}" presName="spNode" presStyleCnt="0"/>
      <dgm:spPr/>
    </dgm:pt>
    <dgm:pt modelId="{75467B86-991F-4186-9F4D-D6C4CDD873F7}" type="pres">
      <dgm:prSet presAssocID="{EDB615ED-CDFE-477A-936D-E4B4A9B47533}" presName="sibTrans" presStyleLbl="sibTrans1D1" presStyleIdx="3" presStyleCnt="5"/>
      <dgm:spPr/>
    </dgm:pt>
    <dgm:pt modelId="{B20620A6-2A59-4A22-80E2-69BCBD0CB3EA}" type="pres">
      <dgm:prSet presAssocID="{0C198470-4C8B-4149-8748-E827BFC81296}" presName="node" presStyleLbl="node1" presStyleIdx="4" presStyleCnt="5">
        <dgm:presLayoutVars>
          <dgm:bulletEnabled val="1"/>
        </dgm:presLayoutVars>
      </dgm:prSet>
      <dgm:spPr/>
    </dgm:pt>
    <dgm:pt modelId="{5CD19F8B-A6E0-4AE4-B70C-FF96F6CB0A41}" type="pres">
      <dgm:prSet presAssocID="{0C198470-4C8B-4149-8748-E827BFC81296}" presName="spNode" presStyleCnt="0"/>
      <dgm:spPr/>
    </dgm:pt>
    <dgm:pt modelId="{1FB78307-2C27-4882-BACC-7CC7726B2F51}" type="pres">
      <dgm:prSet presAssocID="{24259C15-1CBE-4CEC-8C43-140CF615DE73}" presName="sibTrans" presStyleLbl="sibTrans1D1" presStyleIdx="4" presStyleCnt="5"/>
      <dgm:spPr/>
    </dgm:pt>
  </dgm:ptLst>
  <dgm:cxnLst>
    <dgm:cxn modelId="{9B75CF00-0C4D-41C5-B1DF-2BAF2B1D2258}" type="presOf" srcId="{A379901A-B48E-4E3D-A073-8E13FDFB16B8}" destId="{6A0CEE07-9BA4-4682-8F48-182319F939FE}" srcOrd="0" destOrd="0" presId="urn:microsoft.com/office/officeart/2005/8/layout/cycle6"/>
    <dgm:cxn modelId="{2C993D09-1B7A-4871-8DE9-BB9702080D93}" type="presOf" srcId="{0C198470-4C8B-4149-8748-E827BFC81296}" destId="{B20620A6-2A59-4A22-80E2-69BCBD0CB3EA}" srcOrd="0" destOrd="0" presId="urn:microsoft.com/office/officeart/2005/8/layout/cycle6"/>
    <dgm:cxn modelId="{8002C714-9C65-401F-8047-E15C4FBFC1CA}" type="presOf" srcId="{24259C15-1CBE-4CEC-8C43-140CF615DE73}" destId="{1FB78307-2C27-4882-BACC-7CC7726B2F51}" srcOrd="0" destOrd="0" presId="urn:microsoft.com/office/officeart/2005/8/layout/cycle6"/>
    <dgm:cxn modelId="{0477FB15-EEBD-44CE-B7BC-E919C8B94B14}" type="presOf" srcId="{04F6445B-6515-424D-BC52-4418C7680836}" destId="{FC6830D2-3205-43AD-A77D-496A8A3E3056}" srcOrd="0" destOrd="0" presId="urn:microsoft.com/office/officeart/2005/8/layout/cycle6"/>
    <dgm:cxn modelId="{60486D21-D652-4816-BA7F-5B4EE3E232DA}" srcId="{A62F9A54-9D58-47B3-86EC-1F68A56CA9A4}" destId="{0C198470-4C8B-4149-8748-E827BFC81296}" srcOrd="4" destOrd="0" parTransId="{ACB78000-558E-4E0D-9CC5-0C5747AEA8CC}" sibTransId="{24259C15-1CBE-4CEC-8C43-140CF615DE73}"/>
    <dgm:cxn modelId="{C8BE5433-C27B-4CAD-8BC7-FF9D5B99AE82}" type="presOf" srcId="{EDB615ED-CDFE-477A-936D-E4B4A9B47533}" destId="{75467B86-991F-4186-9F4D-D6C4CDD873F7}" srcOrd="0" destOrd="0" presId="urn:microsoft.com/office/officeart/2005/8/layout/cycle6"/>
    <dgm:cxn modelId="{75F61940-C95D-4F45-AE57-52115C80B4E7}" type="presOf" srcId="{A62F9A54-9D58-47B3-86EC-1F68A56CA9A4}" destId="{849563BB-8954-4278-ACD1-1BBABB08CC07}" srcOrd="0" destOrd="0" presId="urn:microsoft.com/office/officeart/2005/8/layout/cycle6"/>
    <dgm:cxn modelId="{CAC59C4F-EDB5-4846-A02D-096C21871B32}" srcId="{A62F9A54-9D58-47B3-86EC-1F68A56CA9A4}" destId="{A379901A-B48E-4E3D-A073-8E13FDFB16B8}" srcOrd="3" destOrd="0" parTransId="{812AC1C6-321E-4996-B41E-6BD75B96A7A9}" sibTransId="{EDB615ED-CDFE-477A-936D-E4B4A9B47533}"/>
    <dgm:cxn modelId="{42AD518F-1F44-4788-A854-573F419E1885}" srcId="{A62F9A54-9D58-47B3-86EC-1F68A56CA9A4}" destId="{46325134-F8BC-45D3-9B85-B7A09FB00B1C}" srcOrd="1" destOrd="0" parTransId="{8EA5CFF6-CD9D-470F-A240-5533A7D7E90F}" sibTransId="{04F6445B-6515-424D-BC52-4418C7680836}"/>
    <dgm:cxn modelId="{2C532AA4-4638-4EF3-BA60-D59995CE0740}" type="presOf" srcId="{46325134-F8BC-45D3-9B85-B7A09FB00B1C}" destId="{51B0BEE0-D5B3-4F8C-A8EC-0C250324560E}" srcOrd="0" destOrd="0" presId="urn:microsoft.com/office/officeart/2005/8/layout/cycle6"/>
    <dgm:cxn modelId="{4984E9A5-344D-41B0-9828-05086125630D}" type="presOf" srcId="{B93FD3E9-808B-4740-A08A-6A3077753A3F}" destId="{65763C4B-E825-4FA5-B7CB-EA5D071BFB75}" srcOrd="0" destOrd="0" presId="urn:microsoft.com/office/officeart/2005/8/layout/cycle6"/>
    <dgm:cxn modelId="{41B8DBAE-F880-4998-A8C8-B2586AC98CE5}" type="presOf" srcId="{4A99D79A-83A3-47D1-AE5D-9B041D3B195A}" destId="{07DF581B-6B8A-471F-A9E3-846D9C2C00BA}" srcOrd="0" destOrd="0" presId="urn:microsoft.com/office/officeart/2005/8/layout/cycle6"/>
    <dgm:cxn modelId="{12E909D1-C4BC-4188-B623-B0E6CB86D2E1}" srcId="{A62F9A54-9D58-47B3-86EC-1F68A56CA9A4}" destId="{DC9CC076-1279-43E8-9B2A-746BB44AB58B}" srcOrd="0" destOrd="0" parTransId="{4934E872-46D7-43CF-AE1C-BB1520A2B786}" sibTransId="{4A99D79A-83A3-47D1-AE5D-9B041D3B195A}"/>
    <dgm:cxn modelId="{17ADC5DC-3D20-4D9D-9E07-181CF211BD2F}" srcId="{A62F9A54-9D58-47B3-86EC-1F68A56CA9A4}" destId="{B93FD3E9-808B-4740-A08A-6A3077753A3F}" srcOrd="2" destOrd="0" parTransId="{36663104-0513-4A8B-AC20-8F4D60AB97DE}" sibTransId="{25F9D840-AA79-4B8C-AC4F-9334E1CD224F}"/>
    <dgm:cxn modelId="{B37822EE-20F5-4BF2-B229-B82F98DB0A99}" type="presOf" srcId="{25F9D840-AA79-4B8C-AC4F-9334E1CD224F}" destId="{34F81694-2A1F-4068-A2E6-AF9EFD370217}" srcOrd="0" destOrd="0" presId="urn:microsoft.com/office/officeart/2005/8/layout/cycle6"/>
    <dgm:cxn modelId="{48BDBFF0-1B88-4753-A6D1-7DB34778E4EC}" type="presOf" srcId="{DC9CC076-1279-43E8-9B2A-746BB44AB58B}" destId="{A2CC0F8E-B175-4701-99F0-0E24FB8EFD53}" srcOrd="0" destOrd="0" presId="urn:microsoft.com/office/officeart/2005/8/layout/cycle6"/>
    <dgm:cxn modelId="{CDC88282-EEEF-4089-A352-E4F7AFB3076C}" type="presParOf" srcId="{849563BB-8954-4278-ACD1-1BBABB08CC07}" destId="{A2CC0F8E-B175-4701-99F0-0E24FB8EFD53}" srcOrd="0" destOrd="0" presId="urn:microsoft.com/office/officeart/2005/8/layout/cycle6"/>
    <dgm:cxn modelId="{11D9B0D1-9964-421A-B5FF-3255B2CA3030}" type="presParOf" srcId="{849563BB-8954-4278-ACD1-1BBABB08CC07}" destId="{D5AA46DB-09BB-4B6F-BEE3-79DF77A2797F}" srcOrd="1" destOrd="0" presId="urn:microsoft.com/office/officeart/2005/8/layout/cycle6"/>
    <dgm:cxn modelId="{5C549B67-D48B-4F78-ACE4-646D04062446}" type="presParOf" srcId="{849563BB-8954-4278-ACD1-1BBABB08CC07}" destId="{07DF581B-6B8A-471F-A9E3-846D9C2C00BA}" srcOrd="2" destOrd="0" presId="urn:microsoft.com/office/officeart/2005/8/layout/cycle6"/>
    <dgm:cxn modelId="{648AFC31-5870-4E70-846C-FE1DEE862244}" type="presParOf" srcId="{849563BB-8954-4278-ACD1-1BBABB08CC07}" destId="{51B0BEE0-D5B3-4F8C-A8EC-0C250324560E}" srcOrd="3" destOrd="0" presId="urn:microsoft.com/office/officeart/2005/8/layout/cycle6"/>
    <dgm:cxn modelId="{CD9E41B3-09D6-4B48-92D6-B8419DB1D4E9}" type="presParOf" srcId="{849563BB-8954-4278-ACD1-1BBABB08CC07}" destId="{65EBC554-94D3-49C3-89A9-B4192F70ED32}" srcOrd="4" destOrd="0" presId="urn:microsoft.com/office/officeart/2005/8/layout/cycle6"/>
    <dgm:cxn modelId="{BF9C6F1C-7F1F-41F0-B39B-895F6BBF48D3}" type="presParOf" srcId="{849563BB-8954-4278-ACD1-1BBABB08CC07}" destId="{FC6830D2-3205-43AD-A77D-496A8A3E3056}" srcOrd="5" destOrd="0" presId="urn:microsoft.com/office/officeart/2005/8/layout/cycle6"/>
    <dgm:cxn modelId="{339BF4DD-FFD6-43C0-B986-5001960692B7}" type="presParOf" srcId="{849563BB-8954-4278-ACD1-1BBABB08CC07}" destId="{65763C4B-E825-4FA5-B7CB-EA5D071BFB75}" srcOrd="6" destOrd="0" presId="urn:microsoft.com/office/officeart/2005/8/layout/cycle6"/>
    <dgm:cxn modelId="{BF475A46-3E7C-463D-8E69-7FA37BDE6C15}" type="presParOf" srcId="{849563BB-8954-4278-ACD1-1BBABB08CC07}" destId="{98C8360F-2F78-4E5E-B6F5-152D0F5C7B34}" srcOrd="7" destOrd="0" presId="urn:microsoft.com/office/officeart/2005/8/layout/cycle6"/>
    <dgm:cxn modelId="{12B63112-93CD-4EC0-8BB7-0CDF1B61B791}" type="presParOf" srcId="{849563BB-8954-4278-ACD1-1BBABB08CC07}" destId="{34F81694-2A1F-4068-A2E6-AF9EFD370217}" srcOrd="8" destOrd="0" presId="urn:microsoft.com/office/officeart/2005/8/layout/cycle6"/>
    <dgm:cxn modelId="{F62D917B-FF44-4700-ABBE-6DCF07FB1B95}" type="presParOf" srcId="{849563BB-8954-4278-ACD1-1BBABB08CC07}" destId="{6A0CEE07-9BA4-4682-8F48-182319F939FE}" srcOrd="9" destOrd="0" presId="urn:microsoft.com/office/officeart/2005/8/layout/cycle6"/>
    <dgm:cxn modelId="{A9163A54-A1B9-4089-9702-F8FD506E6AF8}" type="presParOf" srcId="{849563BB-8954-4278-ACD1-1BBABB08CC07}" destId="{27198B10-2A60-41A3-9BF7-3900ED588838}" srcOrd="10" destOrd="0" presId="urn:microsoft.com/office/officeart/2005/8/layout/cycle6"/>
    <dgm:cxn modelId="{21108904-F0A2-4F7F-83CD-5CCC76F952DA}" type="presParOf" srcId="{849563BB-8954-4278-ACD1-1BBABB08CC07}" destId="{75467B86-991F-4186-9F4D-D6C4CDD873F7}" srcOrd="11" destOrd="0" presId="urn:microsoft.com/office/officeart/2005/8/layout/cycle6"/>
    <dgm:cxn modelId="{B3E58624-03F0-4EA8-A6CB-903C9BB4C7B2}" type="presParOf" srcId="{849563BB-8954-4278-ACD1-1BBABB08CC07}" destId="{B20620A6-2A59-4A22-80E2-69BCBD0CB3EA}" srcOrd="12" destOrd="0" presId="urn:microsoft.com/office/officeart/2005/8/layout/cycle6"/>
    <dgm:cxn modelId="{4694B3C6-AF82-4867-B508-4F6C490D4D40}" type="presParOf" srcId="{849563BB-8954-4278-ACD1-1BBABB08CC07}" destId="{5CD19F8B-A6E0-4AE4-B70C-FF96F6CB0A41}" srcOrd="13" destOrd="0" presId="urn:microsoft.com/office/officeart/2005/8/layout/cycle6"/>
    <dgm:cxn modelId="{EF721F58-E867-46DD-A5C7-3AF199E65E46}" type="presParOf" srcId="{849563BB-8954-4278-ACD1-1BBABB08CC07}" destId="{1FB78307-2C27-4882-BACC-7CC7726B2F51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2F9A54-9D58-47B3-86EC-1F68A56CA9A4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C9CC076-1279-43E8-9B2A-746BB44AB58B}">
      <dgm:prSet phldrT="[Texto]" custT="1"/>
      <dgm:spPr>
        <a:solidFill>
          <a:schemeClr val="accent6"/>
        </a:solidFill>
      </dgm:spPr>
      <dgm:t>
        <a:bodyPr/>
        <a:lstStyle/>
        <a:p>
          <a:r>
            <a:rPr lang="pt-BR" sz="1100">
              <a:solidFill>
                <a:schemeClr val="bg1"/>
              </a:solidFill>
            </a:rPr>
            <a:t>Biodiversidade</a:t>
          </a:r>
        </a:p>
      </dgm:t>
    </dgm:pt>
    <dgm:pt modelId="{4934E872-46D7-43CF-AE1C-BB1520A2B786}" type="parTrans" cxnId="{12E909D1-C4BC-4188-B623-B0E6CB86D2E1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4A99D79A-83A3-47D1-AE5D-9B041D3B195A}" type="sibTrans" cxnId="{12E909D1-C4BC-4188-B623-B0E6CB86D2E1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46325134-F8BC-45D3-9B85-B7A09FB00B1C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11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Relações ecológicas</a:t>
          </a:r>
          <a:endParaRPr lang="pt-BR" sz="1100">
            <a:solidFill>
              <a:schemeClr val="bg1"/>
            </a:solidFill>
          </a:endParaRPr>
        </a:p>
      </dgm:t>
    </dgm:pt>
    <dgm:pt modelId="{8EA5CFF6-CD9D-470F-A240-5533A7D7E90F}" type="parTrans" cxnId="{42AD518F-1F44-4788-A854-573F419E1885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04F6445B-6515-424D-BC52-4418C7680836}" type="sibTrans" cxnId="{42AD518F-1F44-4788-A854-573F419E1885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A379901A-B48E-4E3D-A073-8E13FDFB16B8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1100" err="1">
              <a:solidFill>
                <a:schemeClr val="bg1"/>
              </a:solidFill>
            </a:rPr>
            <a:t>Desenvolvim</a:t>
          </a:r>
          <a:r>
            <a:rPr lang="pt-BR" sz="1100">
              <a:solidFill>
                <a:schemeClr val="bg1"/>
              </a:solidFill>
            </a:rPr>
            <a:t>. econômico</a:t>
          </a:r>
        </a:p>
      </dgm:t>
    </dgm:pt>
    <dgm:pt modelId="{812AC1C6-321E-4996-B41E-6BD75B96A7A9}" type="parTrans" cxnId="{CAC59C4F-EDB5-4846-A02D-096C21871B32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EDB615ED-CDFE-477A-936D-E4B4A9B47533}" type="sibTrans" cxnId="{CAC59C4F-EDB5-4846-A02D-096C21871B32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B93FD3E9-808B-4740-A08A-6A3077753A3F}">
      <dgm:prSet phldrT="[Texto]" custT="1"/>
      <dgm:spPr/>
      <dgm:t>
        <a:bodyPr/>
        <a:lstStyle/>
        <a:p>
          <a:r>
            <a:rPr lang="pt-BR" sz="1100">
              <a:solidFill>
                <a:schemeClr val="bg1"/>
              </a:solidFill>
            </a:rPr>
            <a:t>Políticas públicas</a:t>
          </a:r>
        </a:p>
      </dgm:t>
    </dgm:pt>
    <dgm:pt modelId="{36663104-0513-4A8B-AC20-8F4D60AB97DE}" type="parTrans" cxnId="{17ADC5DC-3D20-4D9D-9E07-181CF211BD2F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25F9D840-AA79-4B8C-AC4F-9334E1CD224F}" type="sibTrans" cxnId="{17ADC5DC-3D20-4D9D-9E07-181CF211BD2F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0C198470-4C8B-4149-8748-E827BFC81296}">
      <dgm:prSet phldrT="[Texto]" custT="1"/>
      <dgm:spPr>
        <a:solidFill>
          <a:schemeClr val="accent4"/>
        </a:solidFill>
      </dgm:spPr>
      <dgm:t>
        <a:bodyPr/>
        <a:lstStyle/>
        <a:p>
          <a:r>
            <a:rPr lang="pt-BR" sz="11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Ocupação e atividades humanas</a:t>
          </a:r>
          <a:endParaRPr lang="pt-BR" sz="1100">
            <a:solidFill>
              <a:schemeClr val="bg1"/>
            </a:solidFill>
          </a:endParaRPr>
        </a:p>
      </dgm:t>
    </dgm:pt>
    <dgm:pt modelId="{ACB78000-558E-4E0D-9CC5-0C5747AEA8CC}" type="parTrans" cxnId="{60486D21-D652-4816-BA7F-5B4EE3E232DA}">
      <dgm:prSet/>
      <dgm:spPr/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24259C15-1CBE-4CEC-8C43-140CF615DE73}" type="sibTrans" cxnId="{60486D21-D652-4816-BA7F-5B4EE3E232DA}">
      <dgm:prSet/>
      <dgm:spPr>
        <a:ln>
          <a:noFill/>
        </a:ln>
      </dgm:spPr>
      <dgm:t>
        <a:bodyPr/>
        <a:lstStyle/>
        <a:p>
          <a:endParaRPr lang="pt-BR" sz="1100">
            <a:solidFill>
              <a:schemeClr val="bg1"/>
            </a:solidFill>
          </a:endParaRPr>
        </a:p>
      </dgm:t>
    </dgm:pt>
    <dgm:pt modelId="{849563BB-8954-4278-ACD1-1BBABB08CC07}" type="pres">
      <dgm:prSet presAssocID="{A62F9A54-9D58-47B3-86EC-1F68A56CA9A4}" presName="cycle" presStyleCnt="0">
        <dgm:presLayoutVars>
          <dgm:dir/>
          <dgm:resizeHandles val="exact"/>
        </dgm:presLayoutVars>
      </dgm:prSet>
      <dgm:spPr/>
    </dgm:pt>
    <dgm:pt modelId="{A2CC0F8E-B175-4701-99F0-0E24FB8EFD53}" type="pres">
      <dgm:prSet presAssocID="{DC9CC076-1279-43E8-9B2A-746BB44AB58B}" presName="node" presStyleLbl="node1" presStyleIdx="0" presStyleCnt="5">
        <dgm:presLayoutVars>
          <dgm:bulletEnabled val="1"/>
        </dgm:presLayoutVars>
      </dgm:prSet>
      <dgm:spPr/>
    </dgm:pt>
    <dgm:pt modelId="{D5AA46DB-09BB-4B6F-BEE3-79DF77A2797F}" type="pres">
      <dgm:prSet presAssocID="{DC9CC076-1279-43E8-9B2A-746BB44AB58B}" presName="spNode" presStyleCnt="0"/>
      <dgm:spPr/>
    </dgm:pt>
    <dgm:pt modelId="{07DF581B-6B8A-471F-A9E3-846D9C2C00BA}" type="pres">
      <dgm:prSet presAssocID="{4A99D79A-83A3-47D1-AE5D-9B041D3B195A}" presName="sibTrans" presStyleLbl="sibTrans1D1" presStyleIdx="0" presStyleCnt="5"/>
      <dgm:spPr/>
    </dgm:pt>
    <dgm:pt modelId="{51B0BEE0-D5B3-4F8C-A8EC-0C250324560E}" type="pres">
      <dgm:prSet presAssocID="{46325134-F8BC-45D3-9B85-B7A09FB00B1C}" presName="node" presStyleLbl="node1" presStyleIdx="1" presStyleCnt="5">
        <dgm:presLayoutVars>
          <dgm:bulletEnabled val="1"/>
        </dgm:presLayoutVars>
      </dgm:prSet>
      <dgm:spPr/>
    </dgm:pt>
    <dgm:pt modelId="{65EBC554-94D3-49C3-89A9-B4192F70ED32}" type="pres">
      <dgm:prSet presAssocID="{46325134-F8BC-45D3-9B85-B7A09FB00B1C}" presName="spNode" presStyleCnt="0"/>
      <dgm:spPr/>
    </dgm:pt>
    <dgm:pt modelId="{FC6830D2-3205-43AD-A77D-496A8A3E3056}" type="pres">
      <dgm:prSet presAssocID="{04F6445B-6515-424D-BC52-4418C7680836}" presName="sibTrans" presStyleLbl="sibTrans1D1" presStyleIdx="1" presStyleCnt="5"/>
      <dgm:spPr/>
    </dgm:pt>
    <dgm:pt modelId="{65763C4B-E825-4FA5-B7CB-EA5D071BFB75}" type="pres">
      <dgm:prSet presAssocID="{B93FD3E9-808B-4740-A08A-6A3077753A3F}" presName="node" presStyleLbl="node1" presStyleIdx="2" presStyleCnt="5" custRadScaleRad="96523" custRadScaleInc="-19059">
        <dgm:presLayoutVars>
          <dgm:bulletEnabled val="1"/>
        </dgm:presLayoutVars>
      </dgm:prSet>
      <dgm:spPr/>
    </dgm:pt>
    <dgm:pt modelId="{98C8360F-2F78-4E5E-B6F5-152D0F5C7B34}" type="pres">
      <dgm:prSet presAssocID="{B93FD3E9-808B-4740-A08A-6A3077753A3F}" presName="spNode" presStyleCnt="0"/>
      <dgm:spPr/>
    </dgm:pt>
    <dgm:pt modelId="{34F81694-2A1F-4068-A2E6-AF9EFD370217}" type="pres">
      <dgm:prSet presAssocID="{25F9D840-AA79-4B8C-AC4F-9334E1CD224F}" presName="sibTrans" presStyleLbl="sibTrans1D1" presStyleIdx="2" presStyleCnt="5"/>
      <dgm:spPr/>
    </dgm:pt>
    <dgm:pt modelId="{6A0CEE07-9BA4-4682-8F48-182319F939FE}" type="pres">
      <dgm:prSet presAssocID="{A379901A-B48E-4E3D-A073-8E13FDFB16B8}" presName="node" presStyleLbl="node1" presStyleIdx="3" presStyleCnt="5" custRadScaleRad="95681" custRadScaleInc="16591">
        <dgm:presLayoutVars>
          <dgm:bulletEnabled val="1"/>
        </dgm:presLayoutVars>
      </dgm:prSet>
      <dgm:spPr/>
    </dgm:pt>
    <dgm:pt modelId="{27198B10-2A60-41A3-9BF7-3900ED588838}" type="pres">
      <dgm:prSet presAssocID="{A379901A-B48E-4E3D-A073-8E13FDFB16B8}" presName="spNode" presStyleCnt="0"/>
      <dgm:spPr/>
    </dgm:pt>
    <dgm:pt modelId="{75467B86-991F-4186-9F4D-D6C4CDD873F7}" type="pres">
      <dgm:prSet presAssocID="{EDB615ED-CDFE-477A-936D-E4B4A9B47533}" presName="sibTrans" presStyleLbl="sibTrans1D1" presStyleIdx="3" presStyleCnt="5"/>
      <dgm:spPr/>
    </dgm:pt>
    <dgm:pt modelId="{B20620A6-2A59-4A22-80E2-69BCBD0CB3EA}" type="pres">
      <dgm:prSet presAssocID="{0C198470-4C8B-4149-8748-E827BFC81296}" presName="node" presStyleLbl="node1" presStyleIdx="4" presStyleCnt="5">
        <dgm:presLayoutVars>
          <dgm:bulletEnabled val="1"/>
        </dgm:presLayoutVars>
      </dgm:prSet>
      <dgm:spPr/>
    </dgm:pt>
    <dgm:pt modelId="{5CD19F8B-A6E0-4AE4-B70C-FF96F6CB0A41}" type="pres">
      <dgm:prSet presAssocID="{0C198470-4C8B-4149-8748-E827BFC81296}" presName="spNode" presStyleCnt="0"/>
      <dgm:spPr/>
    </dgm:pt>
    <dgm:pt modelId="{1FB78307-2C27-4882-BACC-7CC7726B2F51}" type="pres">
      <dgm:prSet presAssocID="{24259C15-1CBE-4CEC-8C43-140CF615DE73}" presName="sibTrans" presStyleLbl="sibTrans1D1" presStyleIdx="4" presStyleCnt="5"/>
      <dgm:spPr/>
    </dgm:pt>
  </dgm:ptLst>
  <dgm:cxnLst>
    <dgm:cxn modelId="{3D03260E-5A77-4633-81E7-7906E88C052D}" type="presOf" srcId="{0C198470-4C8B-4149-8748-E827BFC81296}" destId="{B20620A6-2A59-4A22-80E2-69BCBD0CB3EA}" srcOrd="0" destOrd="0" presId="urn:microsoft.com/office/officeart/2005/8/layout/cycle6"/>
    <dgm:cxn modelId="{60486D21-D652-4816-BA7F-5B4EE3E232DA}" srcId="{A62F9A54-9D58-47B3-86EC-1F68A56CA9A4}" destId="{0C198470-4C8B-4149-8748-E827BFC81296}" srcOrd="4" destOrd="0" parTransId="{ACB78000-558E-4E0D-9CC5-0C5747AEA8CC}" sibTransId="{24259C15-1CBE-4CEC-8C43-140CF615DE73}"/>
    <dgm:cxn modelId="{126B276A-38DD-42B3-9C46-0905FD454EC9}" type="presOf" srcId="{EDB615ED-CDFE-477A-936D-E4B4A9B47533}" destId="{75467B86-991F-4186-9F4D-D6C4CDD873F7}" srcOrd="0" destOrd="0" presId="urn:microsoft.com/office/officeart/2005/8/layout/cycle6"/>
    <dgm:cxn modelId="{ADE2516B-6AE6-4A56-8079-86653B17809A}" type="presOf" srcId="{25F9D840-AA79-4B8C-AC4F-9334E1CD224F}" destId="{34F81694-2A1F-4068-A2E6-AF9EFD370217}" srcOrd="0" destOrd="0" presId="urn:microsoft.com/office/officeart/2005/8/layout/cycle6"/>
    <dgm:cxn modelId="{CAC59C4F-EDB5-4846-A02D-096C21871B32}" srcId="{A62F9A54-9D58-47B3-86EC-1F68A56CA9A4}" destId="{A379901A-B48E-4E3D-A073-8E13FDFB16B8}" srcOrd="3" destOrd="0" parTransId="{812AC1C6-321E-4996-B41E-6BD75B96A7A9}" sibTransId="{EDB615ED-CDFE-477A-936D-E4B4A9B47533}"/>
    <dgm:cxn modelId="{39759E57-206A-4902-BC43-610AD6D34511}" type="presOf" srcId="{DC9CC076-1279-43E8-9B2A-746BB44AB58B}" destId="{A2CC0F8E-B175-4701-99F0-0E24FB8EFD53}" srcOrd="0" destOrd="0" presId="urn:microsoft.com/office/officeart/2005/8/layout/cycle6"/>
    <dgm:cxn modelId="{674F2D58-4080-4360-844E-140DC976AA99}" type="presOf" srcId="{A379901A-B48E-4E3D-A073-8E13FDFB16B8}" destId="{6A0CEE07-9BA4-4682-8F48-182319F939FE}" srcOrd="0" destOrd="0" presId="urn:microsoft.com/office/officeart/2005/8/layout/cycle6"/>
    <dgm:cxn modelId="{751EE17D-2FD0-41E5-B198-94F54131598C}" type="presOf" srcId="{46325134-F8BC-45D3-9B85-B7A09FB00B1C}" destId="{51B0BEE0-D5B3-4F8C-A8EC-0C250324560E}" srcOrd="0" destOrd="0" presId="urn:microsoft.com/office/officeart/2005/8/layout/cycle6"/>
    <dgm:cxn modelId="{1DA9757E-AAC9-4E04-8A03-75930D45F7D8}" type="presOf" srcId="{24259C15-1CBE-4CEC-8C43-140CF615DE73}" destId="{1FB78307-2C27-4882-BACC-7CC7726B2F51}" srcOrd="0" destOrd="0" presId="urn:microsoft.com/office/officeart/2005/8/layout/cycle6"/>
    <dgm:cxn modelId="{42AD518F-1F44-4788-A854-573F419E1885}" srcId="{A62F9A54-9D58-47B3-86EC-1F68A56CA9A4}" destId="{46325134-F8BC-45D3-9B85-B7A09FB00B1C}" srcOrd="1" destOrd="0" parTransId="{8EA5CFF6-CD9D-470F-A240-5533A7D7E90F}" sibTransId="{04F6445B-6515-424D-BC52-4418C7680836}"/>
    <dgm:cxn modelId="{837AC0A0-2C56-461D-A683-1D1E5BE8AF05}" type="presOf" srcId="{4A99D79A-83A3-47D1-AE5D-9B041D3B195A}" destId="{07DF581B-6B8A-471F-A9E3-846D9C2C00BA}" srcOrd="0" destOrd="0" presId="urn:microsoft.com/office/officeart/2005/8/layout/cycle6"/>
    <dgm:cxn modelId="{82A27BAF-B394-43EC-8EB3-D0C5400902DD}" type="presOf" srcId="{04F6445B-6515-424D-BC52-4418C7680836}" destId="{FC6830D2-3205-43AD-A77D-496A8A3E3056}" srcOrd="0" destOrd="0" presId="urn:microsoft.com/office/officeart/2005/8/layout/cycle6"/>
    <dgm:cxn modelId="{12E909D1-C4BC-4188-B623-B0E6CB86D2E1}" srcId="{A62F9A54-9D58-47B3-86EC-1F68A56CA9A4}" destId="{DC9CC076-1279-43E8-9B2A-746BB44AB58B}" srcOrd="0" destOrd="0" parTransId="{4934E872-46D7-43CF-AE1C-BB1520A2B786}" sibTransId="{4A99D79A-83A3-47D1-AE5D-9B041D3B195A}"/>
    <dgm:cxn modelId="{17ADC5DC-3D20-4D9D-9E07-181CF211BD2F}" srcId="{A62F9A54-9D58-47B3-86EC-1F68A56CA9A4}" destId="{B93FD3E9-808B-4740-A08A-6A3077753A3F}" srcOrd="2" destOrd="0" parTransId="{36663104-0513-4A8B-AC20-8F4D60AB97DE}" sibTransId="{25F9D840-AA79-4B8C-AC4F-9334E1CD224F}"/>
    <dgm:cxn modelId="{E9AFBEF3-5881-4ED8-BBD2-FFEE6FC5F9A7}" type="presOf" srcId="{A62F9A54-9D58-47B3-86EC-1F68A56CA9A4}" destId="{849563BB-8954-4278-ACD1-1BBABB08CC07}" srcOrd="0" destOrd="0" presId="urn:microsoft.com/office/officeart/2005/8/layout/cycle6"/>
    <dgm:cxn modelId="{E1B777F7-3E5D-47E3-961B-1DCE7BF6A65D}" type="presOf" srcId="{B93FD3E9-808B-4740-A08A-6A3077753A3F}" destId="{65763C4B-E825-4FA5-B7CB-EA5D071BFB75}" srcOrd="0" destOrd="0" presId="urn:microsoft.com/office/officeart/2005/8/layout/cycle6"/>
    <dgm:cxn modelId="{8EF000DB-3709-4B15-AA65-89EF2C12E68D}" type="presParOf" srcId="{849563BB-8954-4278-ACD1-1BBABB08CC07}" destId="{A2CC0F8E-B175-4701-99F0-0E24FB8EFD53}" srcOrd="0" destOrd="0" presId="urn:microsoft.com/office/officeart/2005/8/layout/cycle6"/>
    <dgm:cxn modelId="{E48C1D74-09CB-47EE-AFC0-C51A6DCD2B4E}" type="presParOf" srcId="{849563BB-8954-4278-ACD1-1BBABB08CC07}" destId="{D5AA46DB-09BB-4B6F-BEE3-79DF77A2797F}" srcOrd="1" destOrd="0" presId="urn:microsoft.com/office/officeart/2005/8/layout/cycle6"/>
    <dgm:cxn modelId="{12442C6A-85AB-462F-96DD-DA73C8FC9C3E}" type="presParOf" srcId="{849563BB-8954-4278-ACD1-1BBABB08CC07}" destId="{07DF581B-6B8A-471F-A9E3-846D9C2C00BA}" srcOrd="2" destOrd="0" presId="urn:microsoft.com/office/officeart/2005/8/layout/cycle6"/>
    <dgm:cxn modelId="{7C59D1FC-2C00-4EE6-A92D-A7BFC5F1D995}" type="presParOf" srcId="{849563BB-8954-4278-ACD1-1BBABB08CC07}" destId="{51B0BEE0-D5B3-4F8C-A8EC-0C250324560E}" srcOrd="3" destOrd="0" presId="urn:microsoft.com/office/officeart/2005/8/layout/cycle6"/>
    <dgm:cxn modelId="{6DAD2F78-C128-4F8A-B0A2-FA19B6FE2042}" type="presParOf" srcId="{849563BB-8954-4278-ACD1-1BBABB08CC07}" destId="{65EBC554-94D3-49C3-89A9-B4192F70ED32}" srcOrd="4" destOrd="0" presId="urn:microsoft.com/office/officeart/2005/8/layout/cycle6"/>
    <dgm:cxn modelId="{13617AB6-1933-4733-9C13-AB1664E9C3F2}" type="presParOf" srcId="{849563BB-8954-4278-ACD1-1BBABB08CC07}" destId="{FC6830D2-3205-43AD-A77D-496A8A3E3056}" srcOrd="5" destOrd="0" presId="urn:microsoft.com/office/officeart/2005/8/layout/cycle6"/>
    <dgm:cxn modelId="{21FA2DB8-6C39-422C-BFD3-61D2D41132EB}" type="presParOf" srcId="{849563BB-8954-4278-ACD1-1BBABB08CC07}" destId="{65763C4B-E825-4FA5-B7CB-EA5D071BFB75}" srcOrd="6" destOrd="0" presId="urn:microsoft.com/office/officeart/2005/8/layout/cycle6"/>
    <dgm:cxn modelId="{B328303D-912C-4AB7-ADA1-E495AB976DF4}" type="presParOf" srcId="{849563BB-8954-4278-ACD1-1BBABB08CC07}" destId="{98C8360F-2F78-4E5E-B6F5-152D0F5C7B34}" srcOrd="7" destOrd="0" presId="urn:microsoft.com/office/officeart/2005/8/layout/cycle6"/>
    <dgm:cxn modelId="{BE3C59D0-AA3E-4731-A717-25AD6BB100D3}" type="presParOf" srcId="{849563BB-8954-4278-ACD1-1BBABB08CC07}" destId="{34F81694-2A1F-4068-A2E6-AF9EFD370217}" srcOrd="8" destOrd="0" presId="urn:microsoft.com/office/officeart/2005/8/layout/cycle6"/>
    <dgm:cxn modelId="{AFE8A958-9DF5-4ACE-8D75-F03F1D37D3D3}" type="presParOf" srcId="{849563BB-8954-4278-ACD1-1BBABB08CC07}" destId="{6A0CEE07-9BA4-4682-8F48-182319F939FE}" srcOrd="9" destOrd="0" presId="urn:microsoft.com/office/officeart/2005/8/layout/cycle6"/>
    <dgm:cxn modelId="{2C79CD44-0E5C-4674-8701-F47B5C162361}" type="presParOf" srcId="{849563BB-8954-4278-ACD1-1BBABB08CC07}" destId="{27198B10-2A60-41A3-9BF7-3900ED588838}" srcOrd="10" destOrd="0" presId="urn:microsoft.com/office/officeart/2005/8/layout/cycle6"/>
    <dgm:cxn modelId="{A9622EB2-C5F8-445D-9414-711F4011CA9A}" type="presParOf" srcId="{849563BB-8954-4278-ACD1-1BBABB08CC07}" destId="{75467B86-991F-4186-9F4D-D6C4CDD873F7}" srcOrd="11" destOrd="0" presId="urn:microsoft.com/office/officeart/2005/8/layout/cycle6"/>
    <dgm:cxn modelId="{5E4AA501-7FB8-4F00-8456-BBF830C6462C}" type="presParOf" srcId="{849563BB-8954-4278-ACD1-1BBABB08CC07}" destId="{B20620A6-2A59-4A22-80E2-69BCBD0CB3EA}" srcOrd="12" destOrd="0" presId="urn:microsoft.com/office/officeart/2005/8/layout/cycle6"/>
    <dgm:cxn modelId="{1AC09D93-20E1-46BC-95F6-16DB00A4C1F9}" type="presParOf" srcId="{849563BB-8954-4278-ACD1-1BBABB08CC07}" destId="{5CD19F8B-A6E0-4AE4-B70C-FF96F6CB0A41}" srcOrd="13" destOrd="0" presId="urn:microsoft.com/office/officeart/2005/8/layout/cycle6"/>
    <dgm:cxn modelId="{AFB25D79-8831-4B15-BC23-8CF5F9FE7597}" type="presParOf" srcId="{849563BB-8954-4278-ACD1-1BBABB08CC07}" destId="{1FB78307-2C27-4882-BACC-7CC7726B2F51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2F9A54-9D58-47B3-86EC-1F68A56CA9A4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C9CC076-1279-43E8-9B2A-746BB44AB58B}">
      <dgm:prSet phldrT="[Texto]" custT="1"/>
      <dgm:spPr>
        <a:solidFill>
          <a:schemeClr val="accent6"/>
        </a:solidFill>
      </dgm:spPr>
      <dgm:t>
        <a:bodyPr/>
        <a:lstStyle/>
        <a:p>
          <a:r>
            <a:rPr lang="pt-BR" sz="600">
              <a:solidFill>
                <a:schemeClr val="bg1"/>
              </a:solidFill>
            </a:rPr>
            <a:t>Biodiversidade</a:t>
          </a:r>
        </a:p>
      </dgm:t>
    </dgm:pt>
    <dgm:pt modelId="{4934E872-46D7-43CF-AE1C-BB1520A2B786}" type="parTrans" cxnId="{12E909D1-C4BC-4188-B623-B0E6CB86D2E1}">
      <dgm:prSet/>
      <dgm:spPr/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4A99D79A-83A3-47D1-AE5D-9B041D3B195A}" type="sibTrans" cxnId="{12E909D1-C4BC-4188-B623-B0E6CB86D2E1}">
      <dgm:prSet/>
      <dgm:spPr>
        <a:ln>
          <a:noFill/>
        </a:ln>
      </dgm:spPr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46325134-F8BC-45D3-9B85-B7A09FB00B1C}">
      <dgm:prSet phldrT="[Texto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sz="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Relações ecológicas</a:t>
          </a:r>
          <a:endParaRPr lang="pt-BR" sz="600">
            <a:solidFill>
              <a:schemeClr val="bg1"/>
            </a:solidFill>
          </a:endParaRPr>
        </a:p>
      </dgm:t>
    </dgm:pt>
    <dgm:pt modelId="{8EA5CFF6-CD9D-470F-A240-5533A7D7E90F}" type="parTrans" cxnId="{42AD518F-1F44-4788-A854-573F419E1885}">
      <dgm:prSet/>
      <dgm:spPr/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04F6445B-6515-424D-BC52-4418C7680836}" type="sibTrans" cxnId="{42AD518F-1F44-4788-A854-573F419E1885}">
      <dgm:prSet/>
      <dgm:spPr>
        <a:ln>
          <a:noFill/>
        </a:ln>
      </dgm:spPr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A379901A-B48E-4E3D-A073-8E13FDFB16B8}">
      <dgm:prSet phldrT="[Texto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pt-BR" sz="600" err="1">
              <a:solidFill>
                <a:schemeClr val="bg1"/>
              </a:solidFill>
            </a:rPr>
            <a:t>Desenvolvim</a:t>
          </a:r>
          <a:r>
            <a:rPr lang="pt-BR" sz="600">
              <a:solidFill>
                <a:schemeClr val="bg1"/>
              </a:solidFill>
            </a:rPr>
            <a:t>. econômico</a:t>
          </a:r>
        </a:p>
      </dgm:t>
    </dgm:pt>
    <dgm:pt modelId="{812AC1C6-321E-4996-B41E-6BD75B96A7A9}" type="parTrans" cxnId="{CAC59C4F-EDB5-4846-A02D-096C21871B32}">
      <dgm:prSet/>
      <dgm:spPr/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EDB615ED-CDFE-477A-936D-E4B4A9B47533}" type="sibTrans" cxnId="{CAC59C4F-EDB5-4846-A02D-096C21871B32}">
      <dgm:prSet/>
      <dgm:spPr>
        <a:ln>
          <a:noFill/>
        </a:ln>
      </dgm:spPr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B93FD3E9-808B-4740-A08A-6A3077753A3F}">
      <dgm:prSet phldrT="[Texto]" custT="1"/>
      <dgm:spPr/>
      <dgm:t>
        <a:bodyPr/>
        <a:lstStyle/>
        <a:p>
          <a:r>
            <a:rPr lang="pt-BR" sz="600">
              <a:solidFill>
                <a:schemeClr val="bg1"/>
              </a:solidFill>
            </a:rPr>
            <a:t>Políticas públicas</a:t>
          </a:r>
        </a:p>
      </dgm:t>
    </dgm:pt>
    <dgm:pt modelId="{36663104-0513-4A8B-AC20-8F4D60AB97DE}" type="parTrans" cxnId="{17ADC5DC-3D20-4D9D-9E07-181CF211BD2F}">
      <dgm:prSet/>
      <dgm:spPr/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25F9D840-AA79-4B8C-AC4F-9334E1CD224F}" type="sibTrans" cxnId="{17ADC5DC-3D20-4D9D-9E07-181CF211BD2F}">
      <dgm:prSet/>
      <dgm:spPr>
        <a:ln>
          <a:noFill/>
        </a:ln>
      </dgm:spPr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0C198470-4C8B-4149-8748-E827BFC81296}">
      <dgm:prSet phldrT="[Texto]" custT="1"/>
      <dgm:spPr>
        <a:solidFill>
          <a:schemeClr val="accent4"/>
        </a:solidFill>
      </dgm:spPr>
      <dgm:t>
        <a:bodyPr/>
        <a:lstStyle/>
        <a:p>
          <a:r>
            <a:rPr lang="pt-BR" sz="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Ocupação e atividades humanas</a:t>
          </a:r>
          <a:endParaRPr lang="pt-BR" sz="600">
            <a:solidFill>
              <a:schemeClr val="bg1"/>
            </a:solidFill>
          </a:endParaRPr>
        </a:p>
      </dgm:t>
    </dgm:pt>
    <dgm:pt modelId="{ACB78000-558E-4E0D-9CC5-0C5747AEA8CC}" type="parTrans" cxnId="{60486D21-D652-4816-BA7F-5B4EE3E232DA}">
      <dgm:prSet/>
      <dgm:spPr/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24259C15-1CBE-4CEC-8C43-140CF615DE73}" type="sibTrans" cxnId="{60486D21-D652-4816-BA7F-5B4EE3E232DA}">
      <dgm:prSet/>
      <dgm:spPr>
        <a:ln>
          <a:noFill/>
        </a:ln>
      </dgm:spPr>
      <dgm:t>
        <a:bodyPr/>
        <a:lstStyle/>
        <a:p>
          <a:endParaRPr lang="pt-BR" sz="600">
            <a:solidFill>
              <a:schemeClr val="bg1"/>
            </a:solidFill>
          </a:endParaRPr>
        </a:p>
      </dgm:t>
    </dgm:pt>
    <dgm:pt modelId="{849563BB-8954-4278-ACD1-1BBABB08CC07}" type="pres">
      <dgm:prSet presAssocID="{A62F9A54-9D58-47B3-86EC-1F68A56CA9A4}" presName="cycle" presStyleCnt="0">
        <dgm:presLayoutVars>
          <dgm:dir/>
          <dgm:resizeHandles val="exact"/>
        </dgm:presLayoutVars>
      </dgm:prSet>
      <dgm:spPr/>
    </dgm:pt>
    <dgm:pt modelId="{A2CC0F8E-B175-4701-99F0-0E24FB8EFD53}" type="pres">
      <dgm:prSet presAssocID="{DC9CC076-1279-43E8-9B2A-746BB44AB58B}" presName="node" presStyleLbl="node1" presStyleIdx="0" presStyleCnt="5">
        <dgm:presLayoutVars>
          <dgm:bulletEnabled val="1"/>
        </dgm:presLayoutVars>
      </dgm:prSet>
      <dgm:spPr/>
    </dgm:pt>
    <dgm:pt modelId="{D5AA46DB-09BB-4B6F-BEE3-79DF77A2797F}" type="pres">
      <dgm:prSet presAssocID="{DC9CC076-1279-43E8-9B2A-746BB44AB58B}" presName="spNode" presStyleCnt="0"/>
      <dgm:spPr/>
    </dgm:pt>
    <dgm:pt modelId="{07DF581B-6B8A-471F-A9E3-846D9C2C00BA}" type="pres">
      <dgm:prSet presAssocID="{4A99D79A-83A3-47D1-AE5D-9B041D3B195A}" presName="sibTrans" presStyleLbl="sibTrans1D1" presStyleIdx="0" presStyleCnt="5"/>
      <dgm:spPr/>
    </dgm:pt>
    <dgm:pt modelId="{51B0BEE0-D5B3-4F8C-A8EC-0C250324560E}" type="pres">
      <dgm:prSet presAssocID="{46325134-F8BC-45D3-9B85-B7A09FB00B1C}" presName="node" presStyleLbl="node1" presStyleIdx="1" presStyleCnt="5">
        <dgm:presLayoutVars>
          <dgm:bulletEnabled val="1"/>
        </dgm:presLayoutVars>
      </dgm:prSet>
      <dgm:spPr/>
    </dgm:pt>
    <dgm:pt modelId="{65EBC554-94D3-49C3-89A9-B4192F70ED32}" type="pres">
      <dgm:prSet presAssocID="{46325134-F8BC-45D3-9B85-B7A09FB00B1C}" presName="spNode" presStyleCnt="0"/>
      <dgm:spPr/>
    </dgm:pt>
    <dgm:pt modelId="{FC6830D2-3205-43AD-A77D-496A8A3E3056}" type="pres">
      <dgm:prSet presAssocID="{04F6445B-6515-424D-BC52-4418C7680836}" presName="sibTrans" presStyleLbl="sibTrans1D1" presStyleIdx="1" presStyleCnt="5"/>
      <dgm:spPr/>
    </dgm:pt>
    <dgm:pt modelId="{65763C4B-E825-4FA5-B7CB-EA5D071BFB75}" type="pres">
      <dgm:prSet presAssocID="{B93FD3E9-808B-4740-A08A-6A3077753A3F}" presName="node" presStyleLbl="node1" presStyleIdx="2" presStyleCnt="5" custRadScaleRad="96523" custRadScaleInc="-19059">
        <dgm:presLayoutVars>
          <dgm:bulletEnabled val="1"/>
        </dgm:presLayoutVars>
      </dgm:prSet>
      <dgm:spPr/>
    </dgm:pt>
    <dgm:pt modelId="{98C8360F-2F78-4E5E-B6F5-152D0F5C7B34}" type="pres">
      <dgm:prSet presAssocID="{B93FD3E9-808B-4740-A08A-6A3077753A3F}" presName="spNode" presStyleCnt="0"/>
      <dgm:spPr/>
    </dgm:pt>
    <dgm:pt modelId="{34F81694-2A1F-4068-A2E6-AF9EFD370217}" type="pres">
      <dgm:prSet presAssocID="{25F9D840-AA79-4B8C-AC4F-9334E1CD224F}" presName="sibTrans" presStyleLbl="sibTrans1D1" presStyleIdx="2" presStyleCnt="5"/>
      <dgm:spPr/>
    </dgm:pt>
    <dgm:pt modelId="{6A0CEE07-9BA4-4682-8F48-182319F939FE}" type="pres">
      <dgm:prSet presAssocID="{A379901A-B48E-4E3D-A073-8E13FDFB16B8}" presName="node" presStyleLbl="node1" presStyleIdx="3" presStyleCnt="5" custRadScaleRad="95681" custRadScaleInc="16591">
        <dgm:presLayoutVars>
          <dgm:bulletEnabled val="1"/>
        </dgm:presLayoutVars>
      </dgm:prSet>
      <dgm:spPr/>
    </dgm:pt>
    <dgm:pt modelId="{27198B10-2A60-41A3-9BF7-3900ED588838}" type="pres">
      <dgm:prSet presAssocID="{A379901A-B48E-4E3D-A073-8E13FDFB16B8}" presName="spNode" presStyleCnt="0"/>
      <dgm:spPr/>
    </dgm:pt>
    <dgm:pt modelId="{75467B86-991F-4186-9F4D-D6C4CDD873F7}" type="pres">
      <dgm:prSet presAssocID="{EDB615ED-CDFE-477A-936D-E4B4A9B47533}" presName="sibTrans" presStyleLbl="sibTrans1D1" presStyleIdx="3" presStyleCnt="5"/>
      <dgm:spPr/>
    </dgm:pt>
    <dgm:pt modelId="{B20620A6-2A59-4A22-80E2-69BCBD0CB3EA}" type="pres">
      <dgm:prSet presAssocID="{0C198470-4C8B-4149-8748-E827BFC81296}" presName="node" presStyleLbl="node1" presStyleIdx="4" presStyleCnt="5">
        <dgm:presLayoutVars>
          <dgm:bulletEnabled val="1"/>
        </dgm:presLayoutVars>
      </dgm:prSet>
      <dgm:spPr/>
    </dgm:pt>
    <dgm:pt modelId="{5CD19F8B-A6E0-4AE4-B70C-FF96F6CB0A41}" type="pres">
      <dgm:prSet presAssocID="{0C198470-4C8B-4149-8748-E827BFC81296}" presName="spNode" presStyleCnt="0"/>
      <dgm:spPr/>
    </dgm:pt>
    <dgm:pt modelId="{1FB78307-2C27-4882-BACC-7CC7726B2F51}" type="pres">
      <dgm:prSet presAssocID="{24259C15-1CBE-4CEC-8C43-140CF615DE73}" presName="sibTrans" presStyleLbl="sibTrans1D1" presStyleIdx="4" presStyleCnt="5"/>
      <dgm:spPr/>
    </dgm:pt>
  </dgm:ptLst>
  <dgm:cxnLst>
    <dgm:cxn modelId="{6C5AAA07-C883-41E5-A3F4-B0AE4433358B}" type="presOf" srcId="{25F9D840-AA79-4B8C-AC4F-9334E1CD224F}" destId="{34F81694-2A1F-4068-A2E6-AF9EFD370217}" srcOrd="0" destOrd="0" presId="urn:microsoft.com/office/officeart/2005/8/layout/cycle6"/>
    <dgm:cxn modelId="{FA09250E-A863-4E48-80DA-127CDFD9BB3D}" type="presOf" srcId="{04F6445B-6515-424D-BC52-4418C7680836}" destId="{FC6830D2-3205-43AD-A77D-496A8A3E3056}" srcOrd="0" destOrd="0" presId="urn:microsoft.com/office/officeart/2005/8/layout/cycle6"/>
    <dgm:cxn modelId="{E3C71E1C-C720-47D0-8671-77A0B2417050}" type="presOf" srcId="{0C198470-4C8B-4149-8748-E827BFC81296}" destId="{B20620A6-2A59-4A22-80E2-69BCBD0CB3EA}" srcOrd="0" destOrd="0" presId="urn:microsoft.com/office/officeart/2005/8/layout/cycle6"/>
    <dgm:cxn modelId="{60486D21-D652-4816-BA7F-5B4EE3E232DA}" srcId="{A62F9A54-9D58-47B3-86EC-1F68A56CA9A4}" destId="{0C198470-4C8B-4149-8748-E827BFC81296}" srcOrd="4" destOrd="0" parTransId="{ACB78000-558E-4E0D-9CC5-0C5747AEA8CC}" sibTransId="{24259C15-1CBE-4CEC-8C43-140CF615DE73}"/>
    <dgm:cxn modelId="{480A1926-9620-4FFC-99CE-D062DDFFAF4C}" type="presOf" srcId="{B93FD3E9-808B-4740-A08A-6A3077753A3F}" destId="{65763C4B-E825-4FA5-B7CB-EA5D071BFB75}" srcOrd="0" destOrd="0" presId="urn:microsoft.com/office/officeart/2005/8/layout/cycle6"/>
    <dgm:cxn modelId="{D153403F-73C5-4217-9096-4C361B1B4389}" type="presOf" srcId="{A62F9A54-9D58-47B3-86EC-1F68A56CA9A4}" destId="{849563BB-8954-4278-ACD1-1BBABB08CC07}" srcOrd="0" destOrd="0" presId="urn:microsoft.com/office/officeart/2005/8/layout/cycle6"/>
    <dgm:cxn modelId="{92C88E4C-E725-49F7-8A0E-8BE0E7789B66}" type="presOf" srcId="{24259C15-1CBE-4CEC-8C43-140CF615DE73}" destId="{1FB78307-2C27-4882-BACC-7CC7726B2F51}" srcOrd="0" destOrd="0" presId="urn:microsoft.com/office/officeart/2005/8/layout/cycle6"/>
    <dgm:cxn modelId="{CAC59C4F-EDB5-4846-A02D-096C21871B32}" srcId="{A62F9A54-9D58-47B3-86EC-1F68A56CA9A4}" destId="{A379901A-B48E-4E3D-A073-8E13FDFB16B8}" srcOrd="3" destOrd="0" parTransId="{812AC1C6-321E-4996-B41E-6BD75B96A7A9}" sibTransId="{EDB615ED-CDFE-477A-936D-E4B4A9B47533}"/>
    <dgm:cxn modelId="{A6EF3C5A-F0E4-42E3-904A-25258C64C7EF}" type="presOf" srcId="{A379901A-B48E-4E3D-A073-8E13FDFB16B8}" destId="{6A0CEE07-9BA4-4682-8F48-182319F939FE}" srcOrd="0" destOrd="0" presId="urn:microsoft.com/office/officeart/2005/8/layout/cycle6"/>
    <dgm:cxn modelId="{7767A18A-7539-4AF2-9FA2-50E4AF7F9162}" type="presOf" srcId="{46325134-F8BC-45D3-9B85-B7A09FB00B1C}" destId="{51B0BEE0-D5B3-4F8C-A8EC-0C250324560E}" srcOrd="0" destOrd="0" presId="urn:microsoft.com/office/officeart/2005/8/layout/cycle6"/>
    <dgm:cxn modelId="{42AD518F-1F44-4788-A854-573F419E1885}" srcId="{A62F9A54-9D58-47B3-86EC-1F68A56CA9A4}" destId="{46325134-F8BC-45D3-9B85-B7A09FB00B1C}" srcOrd="1" destOrd="0" parTransId="{8EA5CFF6-CD9D-470F-A240-5533A7D7E90F}" sibTransId="{04F6445B-6515-424D-BC52-4418C7680836}"/>
    <dgm:cxn modelId="{2AB491A1-7D33-4799-BE9A-D820EADD2379}" type="presOf" srcId="{DC9CC076-1279-43E8-9B2A-746BB44AB58B}" destId="{A2CC0F8E-B175-4701-99F0-0E24FB8EFD53}" srcOrd="0" destOrd="0" presId="urn:microsoft.com/office/officeart/2005/8/layout/cycle6"/>
    <dgm:cxn modelId="{821571AC-DFD9-4B79-8F63-50A8872291D3}" type="presOf" srcId="{EDB615ED-CDFE-477A-936D-E4B4A9B47533}" destId="{75467B86-991F-4186-9F4D-D6C4CDD873F7}" srcOrd="0" destOrd="0" presId="urn:microsoft.com/office/officeart/2005/8/layout/cycle6"/>
    <dgm:cxn modelId="{492CA4C3-053C-45B8-A8A6-76032E3EB096}" type="presOf" srcId="{4A99D79A-83A3-47D1-AE5D-9B041D3B195A}" destId="{07DF581B-6B8A-471F-A9E3-846D9C2C00BA}" srcOrd="0" destOrd="0" presId="urn:microsoft.com/office/officeart/2005/8/layout/cycle6"/>
    <dgm:cxn modelId="{12E909D1-C4BC-4188-B623-B0E6CB86D2E1}" srcId="{A62F9A54-9D58-47B3-86EC-1F68A56CA9A4}" destId="{DC9CC076-1279-43E8-9B2A-746BB44AB58B}" srcOrd="0" destOrd="0" parTransId="{4934E872-46D7-43CF-AE1C-BB1520A2B786}" sibTransId="{4A99D79A-83A3-47D1-AE5D-9B041D3B195A}"/>
    <dgm:cxn modelId="{17ADC5DC-3D20-4D9D-9E07-181CF211BD2F}" srcId="{A62F9A54-9D58-47B3-86EC-1F68A56CA9A4}" destId="{B93FD3E9-808B-4740-A08A-6A3077753A3F}" srcOrd="2" destOrd="0" parTransId="{36663104-0513-4A8B-AC20-8F4D60AB97DE}" sibTransId="{25F9D840-AA79-4B8C-AC4F-9334E1CD224F}"/>
    <dgm:cxn modelId="{20E0D307-10ED-4C8E-9448-872C8EBF3B53}" type="presParOf" srcId="{849563BB-8954-4278-ACD1-1BBABB08CC07}" destId="{A2CC0F8E-B175-4701-99F0-0E24FB8EFD53}" srcOrd="0" destOrd="0" presId="urn:microsoft.com/office/officeart/2005/8/layout/cycle6"/>
    <dgm:cxn modelId="{28507D7A-41C4-4405-9766-D71F44C9310B}" type="presParOf" srcId="{849563BB-8954-4278-ACD1-1BBABB08CC07}" destId="{D5AA46DB-09BB-4B6F-BEE3-79DF77A2797F}" srcOrd="1" destOrd="0" presId="urn:microsoft.com/office/officeart/2005/8/layout/cycle6"/>
    <dgm:cxn modelId="{30650545-C97A-4A3F-8E4B-C5F3C107EEC4}" type="presParOf" srcId="{849563BB-8954-4278-ACD1-1BBABB08CC07}" destId="{07DF581B-6B8A-471F-A9E3-846D9C2C00BA}" srcOrd="2" destOrd="0" presId="urn:microsoft.com/office/officeart/2005/8/layout/cycle6"/>
    <dgm:cxn modelId="{4DA39618-BD4C-459F-A13B-84329D2FF620}" type="presParOf" srcId="{849563BB-8954-4278-ACD1-1BBABB08CC07}" destId="{51B0BEE0-D5B3-4F8C-A8EC-0C250324560E}" srcOrd="3" destOrd="0" presId="urn:microsoft.com/office/officeart/2005/8/layout/cycle6"/>
    <dgm:cxn modelId="{62F05597-2807-4347-AB7A-240697CE6AA4}" type="presParOf" srcId="{849563BB-8954-4278-ACD1-1BBABB08CC07}" destId="{65EBC554-94D3-49C3-89A9-B4192F70ED32}" srcOrd="4" destOrd="0" presId="urn:microsoft.com/office/officeart/2005/8/layout/cycle6"/>
    <dgm:cxn modelId="{693348CE-6FA3-4569-8901-1C04DBF2F039}" type="presParOf" srcId="{849563BB-8954-4278-ACD1-1BBABB08CC07}" destId="{FC6830D2-3205-43AD-A77D-496A8A3E3056}" srcOrd="5" destOrd="0" presId="urn:microsoft.com/office/officeart/2005/8/layout/cycle6"/>
    <dgm:cxn modelId="{2B19F9A5-3873-4BCF-AEF3-0E1A0BAA301F}" type="presParOf" srcId="{849563BB-8954-4278-ACD1-1BBABB08CC07}" destId="{65763C4B-E825-4FA5-B7CB-EA5D071BFB75}" srcOrd="6" destOrd="0" presId="urn:microsoft.com/office/officeart/2005/8/layout/cycle6"/>
    <dgm:cxn modelId="{E5F6F028-CA0D-477A-9E5D-87AE3B72A3C7}" type="presParOf" srcId="{849563BB-8954-4278-ACD1-1BBABB08CC07}" destId="{98C8360F-2F78-4E5E-B6F5-152D0F5C7B34}" srcOrd="7" destOrd="0" presId="urn:microsoft.com/office/officeart/2005/8/layout/cycle6"/>
    <dgm:cxn modelId="{DC311FAB-9EE5-4798-9C85-00755E3AEA8E}" type="presParOf" srcId="{849563BB-8954-4278-ACD1-1BBABB08CC07}" destId="{34F81694-2A1F-4068-A2E6-AF9EFD370217}" srcOrd="8" destOrd="0" presId="urn:microsoft.com/office/officeart/2005/8/layout/cycle6"/>
    <dgm:cxn modelId="{730F9D22-D596-4B0A-BD38-96F447504DA0}" type="presParOf" srcId="{849563BB-8954-4278-ACD1-1BBABB08CC07}" destId="{6A0CEE07-9BA4-4682-8F48-182319F939FE}" srcOrd="9" destOrd="0" presId="urn:microsoft.com/office/officeart/2005/8/layout/cycle6"/>
    <dgm:cxn modelId="{DCBB1B7C-2285-46D8-83F4-4E5001028280}" type="presParOf" srcId="{849563BB-8954-4278-ACD1-1BBABB08CC07}" destId="{27198B10-2A60-41A3-9BF7-3900ED588838}" srcOrd="10" destOrd="0" presId="urn:microsoft.com/office/officeart/2005/8/layout/cycle6"/>
    <dgm:cxn modelId="{4E1D7F74-5B58-415E-8164-6694CBB48AF9}" type="presParOf" srcId="{849563BB-8954-4278-ACD1-1BBABB08CC07}" destId="{75467B86-991F-4186-9F4D-D6C4CDD873F7}" srcOrd="11" destOrd="0" presId="urn:microsoft.com/office/officeart/2005/8/layout/cycle6"/>
    <dgm:cxn modelId="{35D99838-AB44-43E8-8BEA-09DD1D2635A5}" type="presParOf" srcId="{849563BB-8954-4278-ACD1-1BBABB08CC07}" destId="{B20620A6-2A59-4A22-80E2-69BCBD0CB3EA}" srcOrd="12" destOrd="0" presId="urn:microsoft.com/office/officeart/2005/8/layout/cycle6"/>
    <dgm:cxn modelId="{FFCC657E-CE32-431B-80BF-BA30E0336175}" type="presParOf" srcId="{849563BB-8954-4278-ACD1-1BBABB08CC07}" destId="{5CD19F8B-A6E0-4AE4-B70C-FF96F6CB0A41}" srcOrd="13" destOrd="0" presId="urn:microsoft.com/office/officeart/2005/8/layout/cycle6"/>
    <dgm:cxn modelId="{FFA151C0-0593-4384-A77F-41D8AAF83CAA}" type="presParOf" srcId="{849563BB-8954-4278-ACD1-1BBABB08CC07}" destId="{1FB78307-2C27-4882-BACC-7CC7726B2F51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C0F8E-B175-4701-99F0-0E24FB8EFD53}">
      <dsp:nvSpPr>
        <dsp:cNvPr id="0" name=""/>
        <dsp:cNvSpPr/>
      </dsp:nvSpPr>
      <dsp:spPr>
        <a:xfrm>
          <a:off x="1247308" y="624"/>
          <a:ext cx="999893" cy="649931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chemeClr val="bg1"/>
              </a:solidFill>
            </a:rPr>
            <a:t>Biodiversidade</a:t>
          </a:r>
        </a:p>
      </dsp:txBody>
      <dsp:txXfrm>
        <a:off x="1279035" y="32351"/>
        <a:ext cx="936439" cy="586477"/>
      </dsp:txXfrm>
    </dsp:sp>
    <dsp:sp modelId="{07DF581B-6B8A-471F-A9E3-846D9C2C00BA}">
      <dsp:nvSpPr>
        <dsp:cNvPr id="0" name=""/>
        <dsp:cNvSpPr/>
      </dsp:nvSpPr>
      <dsp:spPr>
        <a:xfrm>
          <a:off x="448695" y="325589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1805376" y="102986"/>
              </a:moveTo>
              <a:arcTo wR="1298559" hR="1298559" stAng="17578358" swAng="1961603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0BEE0-D5B3-4F8C-A8EC-0C250324560E}">
      <dsp:nvSpPr>
        <dsp:cNvPr id="0" name=""/>
        <dsp:cNvSpPr/>
      </dsp:nvSpPr>
      <dsp:spPr>
        <a:xfrm>
          <a:off x="2482311" y="897907"/>
          <a:ext cx="999893" cy="649931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Relações ecológicas</a:t>
          </a:r>
          <a:endParaRPr lang="pt-BR" sz="1100" kern="1200">
            <a:solidFill>
              <a:schemeClr val="bg1"/>
            </a:solidFill>
          </a:endParaRPr>
        </a:p>
      </dsp:txBody>
      <dsp:txXfrm>
        <a:off x="2514038" y="929634"/>
        <a:ext cx="936439" cy="586477"/>
      </dsp:txXfrm>
    </dsp:sp>
    <dsp:sp modelId="{FC6830D2-3205-43AD-A77D-496A8A3E3056}">
      <dsp:nvSpPr>
        <dsp:cNvPr id="0" name=""/>
        <dsp:cNvSpPr/>
      </dsp:nvSpPr>
      <dsp:spPr>
        <a:xfrm>
          <a:off x="446465" y="243015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2597048" y="1312166"/>
              </a:moveTo>
              <a:arcTo wR="1298559" hR="1298559" stAng="36022" swAng="1932143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763C4B-E825-4FA5-B7CB-EA5D071BFB75}">
      <dsp:nvSpPr>
        <dsp:cNvPr id="0" name=""/>
        <dsp:cNvSpPr/>
      </dsp:nvSpPr>
      <dsp:spPr>
        <a:xfrm>
          <a:off x="2062564" y="2251229"/>
          <a:ext cx="999893" cy="649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chemeClr val="bg1"/>
              </a:solidFill>
            </a:rPr>
            <a:t>Políticas públicas</a:t>
          </a:r>
        </a:p>
      </dsp:txBody>
      <dsp:txXfrm>
        <a:off x="2094291" y="2282956"/>
        <a:ext cx="936439" cy="586477"/>
      </dsp:txXfrm>
    </dsp:sp>
    <dsp:sp modelId="{34F81694-2A1F-4068-A2E6-AF9EFD370217}">
      <dsp:nvSpPr>
        <dsp:cNvPr id="0" name=""/>
        <dsp:cNvSpPr/>
      </dsp:nvSpPr>
      <dsp:spPr>
        <a:xfrm>
          <a:off x="471521" y="273498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1585060" y="2565120"/>
              </a:moveTo>
              <a:arcTo wR="1298559" hR="1298559" stAng="4635241" swAng="1607830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0CEE07-9BA4-4682-8F48-182319F939FE}">
      <dsp:nvSpPr>
        <dsp:cNvPr id="0" name=""/>
        <dsp:cNvSpPr/>
      </dsp:nvSpPr>
      <dsp:spPr>
        <a:xfrm>
          <a:off x="448962" y="2251228"/>
          <a:ext cx="999893" cy="649931"/>
        </a:xfrm>
        <a:prstGeom prst="roundRect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err="1">
              <a:solidFill>
                <a:schemeClr val="bg1"/>
              </a:solidFill>
            </a:rPr>
            <a:t>Desenvolvim</a:t>
          </a:r>
          <a:r>
            <a:rPr lang="pt-BR" sz="1100" kern="1200">
              <a:solidFill>
                <a:schemeClr val="bg1"/>
              </a:solidFill>
            </a:rPr>
            <a:t>. econômico</a:t>
          </a:r>
        </a:p>
      </dsp:txBody>
      <dsp:txXfrm>
        <a:off x="480689" y="2282955"/>
        <a:ext cx="936439" cy="586477"/>
      </dsp:txXfrm>
    </dsp:sp>
    <dsp:sp modelId="{75467B86-991F-4186-9F4D-D6C4CDD873F7}">
      <dsp:nvSpPr>
        <dsp:cNvPr id="0" name=""/>
        <dsp:cNvSpPr/>
      </dsp:nvSpPr>
      <dsp:spPr>
        <a:xfrm>
          <a:off x="450686" y="223651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219820" y="2021456"/>
              </a:moveTo>
              <a:arcTo wR="1298559" hR="1298559" stAng="8770363" swAng="1942250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620A6-2A59-4A22-80E2-69BCBD0CB3EA}">
      <dsp:nvSpPr>
        <dsp:cNvPr id="0" name=""/>
        <dsp:cNvSpPr/>
      </dsp:nvSpPr>
      <dsp:spPr>
        <a:xfrm>
          <a:off x="12304" y="897907"/>
          <a:ext cx="999893" cy="649931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Ocupação e atividades humanas</a:t>
          </a:r>
          <a:endParaRPr lang="pt-BR" sz="1100" kern="1200">
            <a:solidFill>
              <a:schemeClr val="bg1"/>
            </a:solidFill>
          </a:endParaRPr>
        </a:p>
      </dsp:txBody>
      <dsp:txXfrm>
        <a:off x="44031" y="929634"/>
        <a:ext cx="936439" cy="586477"/>
      </dsp:txXfrm>
    </dsp:sp>
    <dsp:sp modelId="{1FB78307-2C27-4882-BACC-7CC7726B2F51}">
      <dsp:nvSpPr>
        <dsp:cNvPr id="0" name=""/>
        <dsp:cNvSpPr/>
      </dsp:nvSpPr>
      <dsp:spPr>
        <a:xfrm>
          <a:off x="448695" y="325589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226256" y="566151"/>
              </a:moveTo>
              <a:arcTo wR="1298559" hR="1298559" stAng="12860039" swAng="1961603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C0F8E-B175-4701-99F0-0E24FB8EFD53}">
      <dsp:nvSpPr>
        <dsp:cNvPr id="0" name=""/>
        <dsp:cNvSpPr/>
      </dsp:nvSpPr>
      <dsp:spPr>
        <a:xfrm>
          <a:off x="1247308" y="624"/>
          <a:ext cx="999893" cy="649931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chemeClr val="bg1"/>
              </a:solidFill>
            </a:rPr>
            <a:t>Biodiversidade</a:t>
          </a:r>
        </a:p>
      </dsp:txBody>
      <dsp:txXfrm>
        <a:off x="1279035" y="32351"/>
        <a:ext cx="936439" cy="586477"/>
      </dsp:txXfrm>
    </dsp:sp>
    <dsp:sp modelId="{07DF581B-6B8A-471F-A9E3-846D9C2C00BA}">
      <dsp:nvSpPr>
        <dsp:cNvPr id="0" name=""/>
        <dsp:cNvSpPr/>
      </dsp:nvSpPr>
      <dsp:spPr>
        <a:xfrm>
          <a:off x="448695" y="325589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1805376" y="102986"/>
              </a:moveTo>
              <a:arcTo wR="1298559" hR="1298559" stAng="17578358" swAng="1961603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0BEE0-D5B3-4F8C-A8EC-0C250324560E}">
      <dsp:nvSpPr>
        <dsp:cNvPr id="0" name=""/>
        <dsp:cNvSpPr/>
      </dsp:nvSpPr>
      <dsp:spPr>
        <a:xfrm>
          <a:off x="2482311" y="897907"/>
          <a:ext cx="999893" cy="649931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Relações ecológicas</a:t>
          </a:r>
          <a:endParaRPr lang="pt-BR" sz="1100" kern="1200">
            <a:solidFill>
              <a:schemeClr val="bg1"/>
            </a:solidFill>
          </a:endParaRPr>
        </a:p>
      </dsp:txBody>
      <dsp:txXfrm>
        <a:off x="2514038" y="929634"/>
        <a:ext cx="936439" cy="586477"/>
      </dsp:txXfrm>
    </dsp:sp>
    <dsp:sp modelId="{FC6830D2-3205-43AD-A77D-496A8A3E3056}">
      <dsp:nvSpPr>
        <dsp:cNvPr id="0" name=""/>
        <dsp:cNvSpPr/>
      </dsp:nvSpPr>
      <dsp:spPr>
        <a:xfrm>
          <a:off x="446465" y="243015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2597048" y="1312166"/>
              </a:moveTo>
              <a:arcTo wR="1298559" hR="1298559" stAng="36022" swAng="1932143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763C4B-E825-4FA5-B7CB-EA5D071BFB75}">
      <dsp:nvSpPr>
        <dsp:cNvPr id="0" name=""/>
        <dsp:cNvSpPr/>
      </dsp:nvSpPr>
      <dsp:spPr>
        <a:xfrm>
          <a:off x="2062564" y="2251229"/>
          <a:ext cx="999893" cy="649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chemeClr val="bg1"/>
              </a:solidFill>
            </a:rPr>
            <a:t>Políticas públicas</a:t>
          </a:r>
        </a:p>
      </dsp:txBody>
      <dsp:txXfrm>
        <a:off x="2094291" y="2282956"/>
        <a:ext cx="936439" cy="586477"/>
      </dsp:txXfrm>
    </dsp:sp>
    <dsp:sp modelId="{34F81694-2A1F-4068-A2E6-AF9EFD370217}">
      <dsp:nvSpPr>
        <dsp:cNvPr id="0" name=""/>
        <dsp:cNvSpPr/>
      </dsp:nvSpPr>
      <dsp:spPr>
        <a:xfrm>
          <a:off x="471521" y="273498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1585060" y="2565120"/>
              </a:moveTo>
              <a:arcTo wR="1298559" hR="1298559" stAng="4635241" swAng="1607830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0CEE07-9BA4-4682-8F48-182319F939FE}">
      <dsp:nvSpPr>
        <dsp:cNvPr id="0" name=""/>
        <dsp:cNvSpPr/>
      </dsp:nvSpPr>
      <dsp:spPr>
        <a:xfrm>
          <a:off x="448962" y="2251228"/>
          <a:ext cx="999893" cy="649931"/>
        </a:xfrm>
        <a:prstGeom prst="roundRect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err="1">
              <a:solidFill>
                <a:schemeClr val="bg1"/>
              </a:solidFill>
            </a:rPr>
            <a:t>Desenvolvim</a:t>
          </a:r>
          <a:r>
            <a:rPr lang="pt-BR" sz="1100" kern="1200">
              <a:solidFill>
                <a:schemeClr val="bg1"/>
              </a:solidFill>
            </a:rPr>
            <a:t>. econômico</a:t>
          </a:r>
        </a:p>
      </dsp:txBody>
      <dsp:txXfrm>
        <a:off x="480689" y="2282955"/>
        <a:ext cx="936439" cy="586477"/>
      </dsp:txXfrm>
    </dsp:sp>
    <dsp:sp modelId="{75467B86-991F-4186-9F4D-D6C4CDD873F7}">
      <dsp:nvSpPr>
        <dsp:cNvPr id="0" name=""/>
        <dsp:cNvSpPr/>
      </dsp:nvSpPr>
      <dsp:spPr>
        <a:xfrm>
          <a:off x="450686" y="223651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219820" y="2021456"/>
              </a:moveTo>
              <a:arcTo wR="1298559" hR="1298559" stAng="8770363" swAng="1942250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620A6-2A59-4A22-80E2-69BCBD0CB3EA}">
      <dsp:nvSpPr>
        <dsp:cNvPr id="0" name=""/>
        <dsp:cNvSpPr/>
      </dsp:nvSpPr>
      <dsp:spPr>
        <a:xfrm>
          <a:off x="12304" y="897907"/>
          <a:ext cx="999893" cy="649931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Ocupação e atividades humanas</a:t>
          </a:r>
          <a:endParaRPr lang="pt-BR" sz="1100" kern="1200">
            <a:solidFill>
              <a:schemeClr val="bg1"/>
            </a:solidFill>
          </a:endParaRPr>
        </a:p>
      </dsp:txBody>
      <dsp:txXfrm>
        <a:off x="44031" y="929634"/>
        <a:ext cx="936439" cy="586477"/>
      </dsp:txXfrm>
    </dsp:sp>
    <dsp:sp modelId="{1FB78307-2C27-4882-BACC-7CC7726B2F51}">
      <dsp:nvSpPr>
        <dsp:cNvPr id="0" name=""/>
        <dsp:cNvSpPr/>
      </dsp:nvSpPr>
      <dsp:spPr>
        <a:xfrm>
          <a:off x="448695" y="325589"/>
          <a:ext cx="2597119" cy="2597119"/>
        </a:xfrm>
        <a:custGeom>
          <a:avLst/>
          <a:gdLst/>
          <a:ahLst/>
          <a:cxnLst/>
          <a:rect l="0" t="0" r="0" b="0"/>
          <a:pathLst>
            <a:path>
              <a:moveTo>
                <a:pt x="226256" y="566151"/>
              </a:moveTo>
              <a:arcTo wR="1298559" hR="1298559" stAng="12860039" swAng="1961603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C0F8E-B175-4701-99F0-0E24FB8EFD53}">
      <dsp:nvSpPr>
        <dsp:cNvPr id="0" name=""/>
        <dsp:cNvSpPr/>
      </dsp:nvSpPr>
      <dsp:spPr>
        <a:xfrm>
          <a:off x="731002" y="4695"/>
          <a:ext cx="591620" cy="384553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>
              <a:solidFill>
                <a:schemeClr val="bg1"/>
              </a:solidFill>
            </a:rPr>
            <a:t>Biodiversidade</a:t>
          </a:r>
        </a:p>
      </dsp:txBody>
      <dsp:txXfrm>
        <a:off x="749774" y="23467"/>
        <a:ext cx="554076" cy="347009"/>
      </dsp:txXfrm>
    </dsp:sp>
    <dsp:sp modelId="{07DF581B-6B8A-471F-A9E3-846D9C2C00BA}">
      <dsp:nvSpPr>
        <dsp:cNvPr id="0" name=""/>
        <dsp:cNvSpPr/>
      </dsp:nvSpPr>
      <dsp:spPr>
        <a:xfrm>
          <a:off x="258274" y="196972"/>
          <a:ext cx="1537075" cy="1537075"/>
        </a:xfrm>
        <a:custGeom>
          <a:avLst/>
          <a:gdLst/>
          <a:ahLst/>
          <a:cxnLst/>
          <a:rect l="0" t="0" r="0" b="0"/>
          <a:pathLst>
            <a:path>
              <a:moveTo>
                <a:pt x="1068414" y="60919"/>
              </a:moveTo>
              <a:arcTo wR="768537" hR="768537" stAng="17577988" swAng="1962238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0BEE0-D5B3-4F8C-A8EC-0C250324560E}">
      <dsp:nvSpPr>
        <dsp:cNvPr id="0" name=""/>
        <dsp:cNvSpPr/>
      </dsp:nvSpPr>
      <dsp:spPr>
        <a:xfrm>
          <a:off x="1461924" y="535742"/>
          <a:ext cx="591620" cy="384553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Relações ecológicas</a:t>
          </a:r>
          <a:endParaRPr lang="pt-BR" sz="600" kern="1200">
            <a:solidFill>
              <a:schemeClr val="bg1"/>
            </a:solidFill>
          </a:endParaRPr>
        </a:p>
      </dsp:txBody>
      <dsp:txXfrm>
        <a:off x="1480696" y="554514"/>
        <a:ext cx="554076" cy="347009"/>
      </dsp:txXfrm>
    </dsp:sp>
    <dsp:sp modelId="{FC6830D2-3205-43AD-A77D-496A8A3E3056}">
      <dsp:nvSpPr>
        <dsp:cNvPr id="0" name=""/>
        <dsp:cNvSpPr/>
      </dsp:nvSpPr>
      <dsp:spPr>
        <a:xfrm>
          <a:off x="256952" y="148112"/>
          <a:ext cx="1537075" cy="1537075"/>
        </a:xfrm>
        <a:custGeom>
          <a:avLst/>
          <a:gdLst/>
          <a:ahLst/>
          <a:cxnLst/>
          <a:rect l="0" t="0" r="0" b="0"/>
          <a:pathLst>
            <a:path>
              <a:moveTo>
                <a:pt x="1537033" y="776530"/>
              </a:moveTo>
              <a:arcTo wR="768537" hR="768537" stAng="35753" swAng="1932619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763C4B-E825-4FA5-B7CB-EA5D071BFB75}">
      <dsp:nvSpPr>
        <dsp:cNvPr id="0" name=""/>
        <dsp:cNvSpPr/>
      </dsp:nvSpPr>
      <dsp:spPr>
        <a:xfrm>
          <a:off x="1213502" y="1336690"/>
          <a:ext cx="591620" cy="3845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>
              <a:solidFill>
                <a:schemeClr val="bg1"/>
              </a:solidFill>
            </a:rPr>
            <a:t>Políticas públicas</a:t>
          </a:r>
        </a:p>
      </dsp:txBody>
      <dsp:txXfrm>
        <a:off x="1232274" y="1355462"/>
        <a:ext cx="554076" cy="347009"/>
      </dsp:txXfrm>
    </dsp:sp>
    <dsp:sp modelId="{34F81694-2A1F-4068-A2E6-AF9EFD370217}">
      <dsp:nvSpPr>
        <dsp:cNvPr id="0" name=""/>
        <dsp:cNvSpPr/>
      </dsp:nvSpPr>
      <dsp:spPr>
        <a:xfrm>
          <a:off x="271778" y="166142"/>
          <a:ext cx="1537075" cy="1537075"/>
        </a:xfrm>
        <a:custGeom>
          <a:avLst/>
          <a:gdLst/>
          <a:ahLst/>
          <a:cxnLst/>
          <a:rect l="0" t="0" r="0" b="0"/>
          <a:pathLst>
            <a:path>
              <a:moveTo>
                <a:pt x="938181" y="1518117"/>
              </a:moveTo>
              <a:arcTo wR="768537" hR="768537" stAng="4634865" swAng="1608530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0CEE07-9BA4-4682-8F48-182319F939FE}">
      <dsp:nvSpPr>
        <dsp:cNvPr id="0" name=""/>
        <dsp:cNvSpPr/>
      </dsp:nvSpPr>
      <dsp:spPr>
        <a:xfrm>
          <a:off x="258510" y="1336689"/>
          <a:ext cx="591620" cy="384553"/>
        </a:xfrm>
        <a:prstGeom prst="roundRect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err="1">
              <a:solidFill>
                <a:schemeClr val="bg1"/>
              </a:solidFill>
            </a:rPr>
            <a:t>Desenvolvim</a:t>
          </a:r>
          <a:r>
            <a:rPr lang="pt-BR" sz="600" kern="1200">
              <a:solidFill>
                <a:schemeClr val="bg1"/>
              </a:solidFill>
            </a:rPr>
            <a:t>. econômico</a:t>
          </a:r>
        </a:p>
      </dsp:txBody>
      <dsp:txXfrm>
        <a:off x="277282" y="1355461"/>
        <a:ext cx="554076" cy="347009"/>
      </dsp:txXfrm>
    </dsp:sp>
    <dsp:sp modelId="{75467B86-991F-4186-9F4D-D6C4CDD873F7}">
      <dsp:nvSpPr>
        <dsp:cNvPr id="0" name=""/>
        <dsp:cNvSpPr/>
      </dsp:nvSpPr>
      <dsp:spPr>
        <a:xfrm>
          <a:off x="259457" y="136654"/>
          <a:ext cx="1537075" cy="1537075"/>
        </a:xfrm>
        <a:custGeom>
          <a:avLst/>
          <a:gdLst/>
          <a:ahLst/>
          <a:cxnLst/>
          <a:rect l="0" t="0" r="0" b="0"/>
          <a:pathLst>
            <a:path>
              <a:moveTo>
                <a:pt x="130122" y="1196412"/>
              </a:moveTo>
              <a:arcTo wR="768537" hR="768537" stAng="8770167" swAng="1942726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620A6-2A59-4A22-80E2-69BCBD0CB3EA}">
      <dsp:nvSpPr>
        <dsp:cNvPr id="0" name=""/>
        <dsp:cNvSpPr/>
      </dsp:nvSpPr>
      <dsp:spPr>
        <a:xfrm>
          <a:off x="79" y="535742"/>
          <a:ext cx="591620" cy="384553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Ocupação e atividades humanas</a:t>
          </a:r>
          <a:endParaRPr lang="pt-BR" sz="600" kern="1200">
            <a:solidFill>
              <a:schemeClr val="bg1"/>
            </a:solidFill>
          </a:endParaRPr>
        </a:p>
      </dsp:txBody>
      <dsp:txXfrm>
        <a:off x="18851" y="554514"/>
        <a:ext cx="554076" cy="347009"/>
      </dsp:txXfrm>
    </dsp:sp>
    <dsp:sp modelId="{1FB78307-2C27-4882-BACC-7CC7726B2F51}">
      <dsp:nvSpPr>
        <dsp:cNvPr id="0" name=""/>
        <dsp:cNvSpPr/>
      </dsp:nvSpPr>
      <dsp:spPr>
        <a:xfrm>
          <a:off x="258274" y="196972"/>
          <a:ext cx="1537075" cy="1537075"/>
        </a:xfrm>
        <a:custGeom>
          <a:avLst/>
          <a:gdLst/>
          <a:ahLst/>
          <a:cxnLst/>
          <a:rect l="0" t="0" r="0" b="0"/>
          <a:pathLst>
            <a:path>
              <a:moveTo>
                <a:pt x="133873" y="335119"/>
              </a:moveTo>
              <a:arcTo wR="768537" hR="768537" stAng="12859774" swAng="1962238"/>
            </a:path>
          </a:pathLst>
        </a:custGeom>
        <a:noFill/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CDA9-CA5B-42FC-B1B9-B41FB94C6254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4A65-412B-4C27-9ADC-3FC371CD82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07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cartografia surgiu desde a época</a:t>
            </a:r>
            <a:r>
              <a:rPr lang="pt-BR" baseline="0"/>
              <a:t> das migrações e grandes navegações, para desenhar os caminhos.</a:t>
            </a:r>
          </a:p>
          <a:p>
            <a:r>
              <a:rPr lang="pt-BR"/>
              <a:t>Fundamentação: Conceitos básicos de cartografia (polos, pontos cardeais, dimensionamento e localização de territórios, meridianos e paralelos)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Projeção</a:t>
            </a:r>
            <a:r>
              <a:rPr lang="pt-BR" baseline="0"/>
              <a:t> (cônica, plana e cilíndrica) e </a:t>
            </a:r>
            <a:r>
              <a:rPr lang="pt-BR"/>
              <a:t>DATUM: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 matemático teórico da representação da superfície da Terra ao nível do mar utilizado pelos cartógrafos numa dada carta ou mapa. Brasil - o IBGE definiu o SIRGAS2000 (Sistema de Referência Geocêntrico para as Américas) como o Sistema Geodésico Brasileiro.</a:t>
            </a:r>
          </a:p>
          <a:p>
            <a:endParaRPr lang="pt-BR"/>
          </a:p>
          <a:p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 de coordenadas geográficas: 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Coordenadas geodésicas (formato da Terra), Leva em consideração a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curvatura da Terra.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Vantagem: pode ser usado para o planeta inteiro.</a:t>
            </a:r>
          </a:p>
          <a:p>
            <a:r>
              <a:rPr lang="pt-BR" sz="1200" b="0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UTM:</a:t>
            </a:r>
            <a:r>
              <a:rPr lang="pt-BR" sz="1200" b="0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Coordenadas planas (artificialmente concebidas), 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 em consideração uma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 teoricamente plana; 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mas para isso, a divide em fusos (seções planas). Vantagem: é possível obter um melhor cálculo de áreas e distâncias.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398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 cartografia surgiu desde a época</a:t>
            </a:r>
            <a:r>
              <a:rPr lang="pt-BR" baseline="0"/>
              <a:t> das migrações e grandes navegações, para desenhar os caminhos.</a:t>
            </a:r>
          </a:p>
          <a:p>
            <a:r>
              <a:rPr lang="pt-BR"/>
              <a:t>Fundamentação: Conceitos básicos de cartografia (polos, pontos cardeais, dimensionamento e localização de territórios, meridianos e paralelos)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Projeção</a:t>
            </a:r>
            <a:r>
              <a:rPr lang="pt-BR" baseline="0"/>
              <a:t> (cônica, plana e cilíndrica) e </a:t>
            </a:r>
            <a:r>
              <a:rPr lang="pt-BR"/>
              <a:t>DATUM: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 matemático teórico da representação da superfície da Terra ao nível do mar utilizado pelos cartógrafos numa dada carta ou mapa. Brasil - o IBGE definiu o SIRGAS2000 (Sistema de Referência Geocêntrico para as Américas) como o Sistema Geodésico Brasileiro.</a:t>
            </a:r>
          </a:p>
          <a:p>
            <a:endParaRPr lang="pt-BR"/>
          </a:p>
          <a:p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 de coordenadas geográficas: 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Coordenadas geodésicas (formato da Terra), Leva em consideração a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curvatura da Terra.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Vantagem: pode ser usado para o planeta inteiro.</a:t>
            </a:r>
          </a:p>
          <a:p>
            <a:r>
              <a:rPr lang="pt-BR" sz="1200" b="0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UTM:</a:t>
            </a:r>
            <a:r>
              <a:rPr lang="pt-BR" sz="1200" b="0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Coordenadas planas (artificialmente concebidas), 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Leva em consideração uma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 teoricamente plana; 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mas para isso, a divide em fusos (seções planas). Vantagem: é possível obter um melhor cálculo de áreas e distâncias.</a:t>
            </a:r>
            <a:endParaRPr lang="pt-B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133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/>
              <a:t>O funcionamento do sistema GPS (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</a:t>
            </a:r>
            <a:r>
              <a:rPr lang="pt-B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Positioning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System) </a:t>
            </a:r>
            <a:r>
              <a:rPr lang="pt-BR" sz="1200"/>
              <a:t>se baseia no princípio da </a:t>
            </a:r>
            <a:r>
              <a:rPr lang="pt-BR" sz="1200" err="1"/>
              <a:t>triangularização</a:t>
            </a:r>
            <a:r>
              <a:rPr lang="pt-BR" sz="1200"/>
              <a:t>,</a:t>
            </a:r>
            <a:r>
              <a:rPr lang="pt-BR" sz="1200" baseline="0"/>
              <a:t> segundo o qual o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/>
              <a:t>observador conhece a posição de um conjunto de satélites em relação a um referencial inercial e a sua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/>
              <a:t>posição em relação a este conjunto, e obtém sua própria posição no sistema de referência.</a:t>
            </a:r>
          </a:p>
          <a:p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GPS necessita de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pelo menos três 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satélites (sendo quatro o número ideal) para determinar a posição de um elemento na</a:t>
            </a:r>
          </a:p>
          <a:p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superfície da Terra.</a:t>
            </a:r>
            <a:endParaRPr lang="pt-BR" sz="1200" baseline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/>
              <a:t>Sensoriamento remoto, </a:t>
            </a:r>
            <a:r>
              <a:rPr lang="pt-BR" sz="1200" err="1"/>
              <a:t>imageamento</a:t>
            </a:r>
            <a:r>
              <a:rPr lang="pt-BR" sz="1200"/>
              <a:t> de vários tipos de imagem, em diferentes escalas e resoluções</a:t>
            </a:r>
            <a:br>
              <a:rPr lang="pt-BR" sz="1200"/>
            </a:br>
            <a:r>
              <a:rPr lang="pt-BR"/>
              <a:t>O termo sensoriamento remoto apareceu pela primeira vez na literatura científica em 1960 e significava simplesmente a aquisição de informações sem contato físico com os objetos. </a:t>
            </a:r>
            <a:endParaRPr lang="pt-BR" sz="1200"/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284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Várias ferramentas e softwares existem para</a:t>
            </a:r>
            <a:r>
              <a:rPr lang="pt-BR" baseline="0"/>
              <a:t> a criação </a:t>
            </a:r>
            <a:r>
              <a:rPr lang="pt-BR"/>
              <a:t>e interpretação de mapas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SIG ou GIS: é um sistema de hardware, software, informação espacial, procedimentos computacionais e recursos humanos que permite e facilita a análise, gestão ou representação de informação geográfica.</a:t>
            </a:r>
            <a:br>
              <a:rPr lang="pt-BR"/>
            </a:b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284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Tudo está relacionado! A ocupação e atividades humanas compartilham o mesmo ambiente e território</a:t>
            </a:r>
            <a:r>
              <a:rPr lang="pt-BR" baseline="0"/>
              <a:t> no qual as outras espécies estão. Nós interferimos nas relações ecológicas e somos parte delas, assim como, dos processos produtivos, das mudanças ambientais e problemas socioambientais. Portanto, tanto as políticas públicas e quanto as ações para preservação e conservação devem estar interligadas e incluir, sistematicamente, em seus processos de planejamento e execução os elementos fundamentais ecológicos e socioambientais, e atender aos compromissos internacionais para cuidar do meio ambiente, como os ODS.</a:t>
            </a:r>
          </a:p>
          <a:p>
            <a:r>
              <a:rPr lang="pt-BR"/>
              <a:t>Em 2015, em Nova York, a ONU propôs aos líderes mundiais 17 Objetivos de Desenvolvimento Sustentável (ODS) para que, coletivamente, a humanidade pudesse dissociar o crescimento econômico da pobreza, da desigualdade e das mudanças climáticas.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404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608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Pesquisadores e instituições, como os órgãos</a:t>
            </a:r>
            <a:r>
              <a:rPr lang="pt-BR" baseline="0"/>
              <a:t> ambientais, podem se utilizar da espacialização de atributos e parâmetros ambientais para a compreensão de padrões e dinâmicas territoriais.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pt-BR" baseline="0"/>
              <a:t>Conservação: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 proteção dos recursos naturais, com a utilização racional, garantindo sua sustentabilidade e existência para as futuras gerações.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SNUC: art. 1° II - conservação da natureza: o manejo do uso humano da natureza, compreendendo a preservação, a manutenção, a utilização sustentável, a restauração e a recuperação do ambiente natural, para que possa produzir o maior benefício, em bases sustentáveis, às atuais gerações, mantendo seu potencial de satisfazer as necessidades e aspirações das gerações futuras, e garantindo a sobrevivência dos seres vivos em geral;</a:t>
            </a: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519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que são dados geoespaciais,</a:t>
            </a:r>
            <a:r>
              <a:rPr lang="pt-BR" baseline="0"/>
              <a:t> quais tipos de informação são geradas</a:t>
            </a:r>
          </a:p>
          <a:p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 </a:t>
            </a:r>
            <a:r>
              <a:rPr lang="pt-B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dados geoespaciais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combinam informações de localização com características ou atributos de outros conjuntos de dados durante um período.</a:t>
            </a:r>
          </a:p>
          <a:p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Dados que estão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associados a um sistema de coordenadas conhecido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ou seja,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vinculam-se a pontos reais dispostos no terreno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caracterizados, em geral,</a:t>
            </a:r>
          </a:p>
          <a:p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pelas suas coordenadas de latitude e longitude.</a:t>
            </a: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944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que são dados geoespaciais,</a:t>
            </a:r>
            <a:r>
              <a:rPr lang="pt-BR" baseline="0"/>
              <a:t> quais tipos de informação são geradas</a:t>
            </a:r>
          </a:p>
          <a:p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 </a:t>
            </a:r>
            <a:r>
              <a:rPr lang="pt-B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dados geoespaciais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combinam informações de localização com características ou atributos de outros conjuntos de dados durante um período.</a:t>
            </a:r>
          </a:p>
          <a:p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Dados que estão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associados a um sistema de coordenadas conhecido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ou seja, </a:t>
            </a:r>
            <a:r>
              <a:rPr lang="pt-BR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vinculam-se a pontos reais dispostos no terreno</a:t>
            </a: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caracterizados, em geral,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pelas suas coordenadas de latitude e longitude.</a:t>
            </a:r>
            <a:br>
              <a:rPr lang="pt-BR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ferramentas de geoprocessamento estão disponíveis em muitos pacotes de softwares, incluindo </a:t>
            </a:r>
            <a:r>
              <a:rPr lang="pt-B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ArcGIS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Pro, </a:t>
            </a:r>
            <a:r>
              <a:rPr lang="pt-B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ArcMap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QGIS. Existem dois tipos de ferramentas de geoprocessamento: aquelas que operam com dados vetoriais e aquelas que operam com dados </a:t>
            </a:r>
            <a:r>
              <a:rPr lang="pt-B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rasterizados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BR"/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439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Banco de dados geoespaciais e como usá-los; Ferramentas de geoprocessamento</a:t>
            </a:r>
            <a:br>
              <a:rPr lang="pt-BR"/>
            </a:br>
            <a:r>
              <a:rPr lang="pt-BR"/>
              <a:t>A partir </a:t>
            </a:r>
            <a:r>
              <a:rPr lang="pt-BR" baseline="0"/>
              <a:t>de meios de informação adequados e uso de ferramentas de geoprocessamento para se visualizar a sobreposição de elementos chave no espaço, pode-se interpretar os dados e mapas, caracterizar as necessidades espaciais (sociais, ambientais e econômicas), desenvolver estratégias e identificar prioridades para a gestão.</a:t>
            </a:r>
            <a:endParaRPr lang="pt-BR"/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1156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aseline="0" dirty="0"/>
              <a:t>Componentes: banco de dados compilado, arquivos, projeto </a:t>
            </a:r>
            <a:r>
              <a:rPr lang="pt-BR" baseline="0" dirty="0" err="1"/>
              <a:t>Qgis</a:t>
            </a:r>
            <a:r>
              <a:rPr lang="pt-BR" baseline="0" dirty="0"/>
              <a:t>, tutorial.</a:t>
            </a:r>
          </a:p>
          <a:p>
            <a:r>
              <a:rPr lang="pt-BR" baseline="0" dirty="0"/>
              <a:t>Propriedades: Datum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SIRGAS2000 </a:t>
            </a:r>
            <a:r>
              <a:rPr lang="pt-BR" dirty="0"/>
              <a:t>EPSG:4674 e 31892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dados vetoriais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rasters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 arquivos </a:t>
            </a:r>
            <a:r>
              <a:rPr lang="pt-BR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shp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Geoserviços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wfs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pt-BR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wms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camadas foram organizadas e coloridas com paletas de cores intuitivas e </a:t>
            </a:r>
            <a:r>
              <a:rPr lang="pt-BR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colorfriendly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podem ser alteradas conforme a necessidade e objetivos.</a:t>
            </a:r>
            <a:endParaRPr lang="pt-BR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Reforçar melhoria contínua e meios para comunicação - UC encaminha pra GR conteúdo e propostas</a:t>
            </a:r>
          </a:p>
          <a:p>
            <a:r>
              <a:rPr lang="pt-BR" dirty="0"/>
              <a:t>- EPSG:</a:t>
            </a:r>
            <a:r>
              <a:rPr lang="pt-BR" baseline="0" dirty="0"/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European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Petroleum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Survey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é uma coleção de definições de sistemas de referência de coordenadas e transformações de coordenadas</a:t>
            </a:r>
            <a:endParaRPr lang="pt-BR" dirty="0"/>
          </a:p>
          <a:p>
            <a:r>
              <a:rPr lang="pt-BR"/>
              <a:t>https://icmbioe5.sharepoint.com/sites/ComiteGeo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035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Os vários tipos de dados encontrados, possuem,</a:t>
            </a:r>
            <a:r>
              <a:rPr lang="pt-BR" baseline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/>
              <a:t>As fontes de geoinformação também são variadas, contendo arquivos pra download, link para </a:t>
            </a:r>
            <a:r>
              <a:rPr lang="pt-BR" baseline="0" err="1"/>
              <a:t>geoserviços</a:t>
            </a:r>
            <a:r>
              <a:rPr lang="pt-BR" baseline="0"/>
              <a:t> (Web </a:t>
            </a:r>
            <a:r>
              <a:rPr lang="pt-BR" baseline="0" err="1"/>
              <a:t>Feature</a:t>
            </a:r>
            <a:r>
              <a:rPr lang="pt-BR" baseline="0"/>
              <a:t> Service (WFS) e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</a:t>
            </a:r>
            <a:r>
              <a:rPr lang="pt-B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(</a:t>
            </a:r>
            <a:r>
              <a:rPr lang="pt-BR" baseline="0"/>
              <a:t>WMS))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858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vários tipos de dados encontrados, possuem,</a:t>
            </a:r>
            <a:r>
              <a:rPr lang="pt-BR" baseline="0" dirty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 dirty="0"/>
              <a:t>As fontes de geoinformação também são variadas, contendo arquivos pra download, link para </a:t>
            </a:r>
            <a:r>
              <a:rPr lang="pt-BR" baseline="0" dirty="0" err="1"/>
              <a:t>geoserviços</a:t>
            </a:r>
            <a:r>
              <a:rPr lang="pt-BR" baseline="0" dirty="0"/>
              <a:t> (Web Feature Service (WFS) e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Map Service (</a:t>
            </a:r>
            <a:r>
              <a:rPr lang="pt-BR" baseline="0" dirty="0"/>
              <a:t>WMS))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329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vários tipos de dados encontrados, possuem,</a:t>
            </a:r>
            <a:r>
              <a:rPr lang="pt-BR" baseline="0" dirty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 dirty="0"/>
              <a:t>As fontes de geoinformação também são variadas, contendo arquivos pra download, link para </a:t>
            </a:r>
            <a:r>
              <a:rPr lang="pt-BR" baseline="0" dirty="0" err="1"/>
              <a:t>geoserviços</a:t>
            </a:r>
            <a:r>
              <a:rPr lang="pt-BR" baseline="0" dirty="0"/>
              <a:t> (Web Feature Service (WFS) e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Map Service (</a:t>
            </a:r>
            <a:r>
              <a:rPr lang="pt-BR" baseline="0" dirty="0"/>
              <a:t>WMS))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306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125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vários tipos de dados encontrados, possuem,</a:t>
            </a:r>
            <a:r>
              <a:rPr lang="pt-BR" baseline="0" dirty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 dirty="0"/>
              <a:t>As fontes de geoinformação também são variadas, contendo arquivos pra download, link para </a:t>
            </a:r>
            <a:r>
              <a:rPr lang="pt-BR" baseline="0" dirty="0" err="1"/>
              <a:t>geoserviços</a:t>
            </a:r>
            <a:r>
              <a:rPr lang="pt-BR" baseline="0" dirty="0"/>
              <a:t> (Web Feature Service (WFS) e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Map Service (</a:t>
            </a:r>
            <a:r>
              <a:rPr lang="pt-BR" baseline="0" dirty="0"/>
              <a:t>WMS))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125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vários tipos de dados encontrados, possuem,</a:t>
            </a:r>
            <a:r>
              <a:rPr lang="pt-BR" baseline="0" dirty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 dirty="0"/>
              <a:t>As fontes de geoinformação também são variadas, contendo arquivos pra download, link para </a:t>
            </a:r>
            <a:r>
              <a:rPr lang="pt-BR" baseline="0" dirty="0" err="1"/>
              <a:t>geoserviços</a:t>
            </a:r>
            <a:r>
              <a:rPr lang="pt-BR" baseline="0" dirty="0"/>
              <a:t> (Web Feature Service (WFS) e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Map Service (</a:t>
            </a:r>
            <a:r>
              <a:rPr lang="pt-BR" baseline="0" dirty="0"/>
              <a:t>WMS))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89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vários tipos de dados encontrados, possuem,</a:t>
            </a:r>
            <a:r>
              <a:rPr lang="pt-BR" baseline="0" dirty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 dirty="0"/>
              <a:t>As fontes de geoinformação também são variadas, contendo arquivos pra download, link para </a:t>
            </a:r>
            <a:r>
              <a:rPr lang="pt-BR" baseline="0" dirty="0" err="1"/>
              <a:t>geoserviços</a:t>
            </a:r>
            <a:r>
              <a:rPr lang="pt-BR" baseline="0" dirty="0"/>
              <a:t> (Web Feature Service (WFS) e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Map Service (</a:t>
            </a:r>
            <a:r>
              <a:rPr lang="pt-BR" baseline="0" dirty="0"/>
              <a:t>WMS))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125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Os vários tipos de dados encontrados, possuem,</a:t>
            </a:r>
            <a:r>
              <a:rPr lang="pt-BR" baseline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/>
              <a:t>As fontes de geoinformação também são variadas, contendo arquivos pra download, link para </a:t>
            </a:r>
            <a:r>
              <a:rPr lang="pt-BR" baseline="0" err="1"/>
              <a:t>geoserviços</a:t>
            </a:r>
            <a:r>
              <a:rPr lang="pt-BR" baseline="0"/>
              <a:t> (Web </a:t>
            </a:r>
            <a:r>
              <a:rPr lang="pt-BR" baseline="0" err="1"/>
              <a:t>Feature</a:t>
            </a:r>
            <a:r>
              <a:rPr lang="pt-BR" baseline="0"/>
              <a:t> Service (WFS) e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</a:t>
            </a:r>
            <a:r>
              <a:rPr lang="pt-B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(</a:t>
            </a:r>
            <a:r>
              <a:rPr lang="pt-BR" baseline="0"/>
              <a:t>WMS))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9163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1437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Os vários tipos de dados encontrados, possuem,</a:t>
            </a:r>
            <a:r>
              <a:rPr lang="pt-BR" baseline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/>
              <a:t>As fontes de geoinformação também são variadas, contendo arquivos pra download, link para </a:t>
            </a:r>
            <a:r>
              <a:rPr lang="pt-BR" baseline="0" err="1"/>
              <a:t>geoserviços</a:t>
            </a:r>
            <a:r>
              <a:rPr lang="pt-BR" baseline="0"/>
              <a:t> (Web </a:t>
            </a:r>
            <a:r>
              <a:rPr lang="pt-BR" baseline="0" err="1"/>
              <a:t>Feature</a:t>
            </a:r>
            <a:r>
              <a:rPr lang="pt-BR" baseline="0"/>
              <a:t> Service (WFS) e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</a:t>
            </a:r>
            <a:r>
              <a:rPr lang="pt-B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(</a:t>
            </a:r>
            <a:r>
              <a:rPr lang="pt-BR" baseline="0"/>
              <a:t>WMS))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0914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Os vários tipos de dados encontrados, possuem,</a:t>
            </a:r>
            <a:r>
              <a:rPr lang="pt-BR" baseline="0"/>
              <a:t> muitas vezes, atributos e propriedades distintas (escala, sistema de coordenadas, sistema de projeção, tipo do dado).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aseline="0"/>
              <a:t>As fontes de geoinformação também são variadas, contendo arquivos pra download, link para </a:t>
            </a:r>
            <a:r>
              <a:rPr lang="pt-BR" baseline="0" err="1"/>
              <a:t>geoserviços</a:t>
            </a:r>
            <a:r>
              <a:rPr lang="pt-BR" baseline="0"/>
              <a:t> (Web </a:t>
            </a:r>
            <a:r>
              <a:rPr lang="pt-BR" baseline="0" err="1"/>
              <a:t>Feature</a:t>
            </a:r>
            <a:r>
              <a:rPr lang="pt-BR" baseline="0"/>
              <a:t> Service (WFS) e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</a:t>
            </a:r>
            <a:r>
              <a:rPr lang="pt-B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(</a:t>
            </a:r>
            <a:r>
              <a:rPr lang="pt-BR" baseline="0"/>
              <a:t>WMS))</a:t>
            </a: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Para a construção de um banco de dados específico e elaboração de mapas, precisamos usar os dados e ferramentas adequadas.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776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78400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141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344A65-412B-4C27-9ADC-3FC371CD8251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798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98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55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15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376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46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151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121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28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27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328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24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07915-164C-4275-8090-6D931B702A00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FC3E1-418E-40B0-9DFE-E165412E67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39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13" Type="http://schemas.openxmlformats.org/officeDocument/2006/relationships/image" Target="../media/image38.png"/><Relationship Id="rId18" Type="http://schemas.openxmlformats.org/officeDocument/2006/relationships/image" Target="../media/image4.png"/><Relationship Id="rId3" Type="http://schemas.openxmlformats.org/officeDocument/2006/relationships/image" Target="../media/image35.png"/><Relationship Id="rId7" Type="http://schemas.openxmlformats.org/officeDocument/2006/relationships/diagramQuickStyle" Target="../diagrams/quickStyle3.xml"/><Relationship Id="rId12" Type="http://schemas.openxmlformats.org/officeDocument/2006/relationships/image" Target="../media/image37.png"/><Relationship Id="rId17" Type="http://schemas.openxmlformats.org/officeDocument/2006/relationships/image" Target="../media/image42.jpe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1.jpe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11" Type="http://schemas.openxmlformats.org/officeDocument/2006/relationships/image" Target="../media/image36.png"/><Relationship Id="rId5" Type="http://schemas.openxmlformats.org/officeDocument/2006/relationships/diagramData" Target="../diagrams/data3.xml"/><Relationship Id="rId15" Type="http://schemas.openxmlformats.org/officeDocument/2006/relationships/image" Target="../media/image40.jpeg"/><Relationship Id="rId10" Type="http://schemas.openxmlformats.org/officeDocument/2006/relationships/image" Target="../media/image18.png"/><Relationship Id="rId4" Type="http://schemas.microsoft.com/office/2007/relationships/hdphoto" Target="../media/hdphoto1.wdp"/><Relationship Id="rId9" Type="http://schemas.microsoft.com/office/2007/relationships/diagramDrawing" Target="../diagrams/drawing3.xml"/><Relationship Id="rId1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4.png"/><Relationship Id="rId18" Type="http://schemas.openxmlformats.org/officeDocument/2006/relationships/hyperlink" Target="https://pamgia.ibama.gov.br/geoservicos/?page=Page&amp;views=GeoServi%C3%A7os" TargetMode="External"/><Relationship Id="rId3" Type="http://schemas.openxmlformats.org/officeDocument/2006/relationships/hyperlink" Target="https://download.qgis.org/downloads/" TargetMode="External"/><Relationship Id="rId21" Type="http://schemas.openxmlformats.org/officeDocument/2006/relationships/hyperlink" Target="https://brasil.mapbiomas.org/downloads/" TargetMode="External"/><Relationship Id="rId7" Type="http://schemas.openxmlformats.org/officeDocument/2006/relationships/image" Target="../media/image47.png"/><Relationship Id="rId12" Type="http://schemas.openxmlformats.org/officeDocument/2006/relationships/image" Target="../media/image51.png"/><Relationship Id="rId17" Type="http://schemas.openxmlformats.org/officeDocument/2006/relationships/hyperlink" Target="https://cnuc.mma.gov.br/map" TargetMode="External"/><Relationship Id="rId2" Type="http://schemas.openxmlformats.org/officeDocument/2006/relationships/notesSlide" Target="../notesSlides/notesSlide12.xml"/><Relationship Id="rId16" Type="http://schemas.openxmlformats.org/officeDocument/2006/relationships/hyperlink" Target="https://www.gov.br/icmbio/pt-br/assuntos/dados_geoespaciais/mapa-tematico-e-dados-geoestatisticos-das-unidades-de-conservacao-federais" TargetMode="External"/><Relationship Id="rId20" Type="http://schemas.openxmlformats.org/officeDocument/2006/relationships/hyperlink" Target="http://www.dgi.inpe.br/catalogo/explor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eg"/><Relationship Id="rId11" Type="http://schemas.microsoft.com/office/2007/relationships/hdphoto" Target="../media/hdphoto2.wdp"/><Relationship Id="rId5" Type="http://schemas.openxmlformats.org/officeDocument/2006/relationships/image" Target="../media/image41.jpeg"/><Relationship Id="rId15" Type="http://schemas.openxmlformats.org/officeDocument/2006/relationships/hyperlink" Target="https://inde.gov.br/CatalogoGeoservicos" TargetMode="External"/><Relationship Id="rId10" Type="http://schemas.openxmlformats.org/officeDocument/2006/relationships/image" Target="../media/image50.png"/><Relationship Id="rId19" Type="http://schemas.openxmlformats.org/officeDocument/2006/relationships/hyperlink" Target="https://terrabrasilis.dpi.inpe.br/downloads/" TargetMode="External"/><Relationship Id="rId4" Type="http://schemas.openxmlformats.org/officeDocument/2006/relationships/image" Target="../media/image40.jpeg"/><Relationship Id="rId9" Type="http://schemas.openxmlformats.org/officeDocument/2006/relationships/image" Target="../media/image49.png"/><Relationship Id="rId14" Type="http://schemas.openxmlformats.org/officeDocument/2006/relationships/image" Target="../media/image52.png"/><Relationship Id="rId22" Type="http://schemas.openxmlformats.org/officeDocument/2006/relationships/hyperlink" Target="https://salve.icmbio.gov.br/#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7.png"/><Relationship Id="rId4" Type="http://schemas.openxmlformats.org/officeDocument/2006/relationships/image" Target="../media/image54.pn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70.png"/><Relationship Id="rId3" Type="http://schemas.openxmlformats.org/officeDocument/2006/relationships/image" Target="../media/image36.png"/><Relationship Id="rId7" Type="http://schemas.openxmlformats.org/officeDocument/2006/relationships/image" Target="../media/image67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9.png"/><Relationship Id="rId5" Type="http://schemas.openxmlformats.org/officeDocument/2006/relationships/image" Target="../media/image38.png"/><Relationship Id="rId10" Type="http://schemas.openxmlformats.org/officeDocument/2006/relationships/image" Target="../media/image69.png"/><Relationship Id="rId4" Type="http://schemas.openxmlformats.org/officeDocument/2006/relationships/image" Target="../media/image37.png"/><Relationship Id="rId9" Type="http://schemas.openxmlformats.org/officeDocument/2006/relationships/image" Target="../media/image68.png"/><Relationship Id="rId1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aixaDeTexto 138"/>
          <p:cNvSpPr txBox="1"/>
          <p:nvPr/>
        </p:nvSpPr>
        <p:spPr>
          <a:xfrm>
            <a:off x="1043608" y="1874317"/>
            <a:ext cx="48245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Aulas de Treinamento no QGIS</a:t>
            </a:r>
          </a:p>
        </p:txBody>
      </p:sp>
      <p:sp>
        <p:nvSpPr>
          <p:cNvPr id="127" name="CaixaDeTexto 126"/>
          <p:cNvSpPr txBox="1"/>
          <p:nvPr/>
        </p:nvSpPr>
        <p:spPr>
          <a:xfrm>
            <a:off x="338289" y="1203598"/>
            <a:ext cx="554521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prática em SIG</a:t>
            </a:r>
          </a:p>
        </p:txBody>
      </p:sp>
      <p:sp>
        <p:nvSpPr>
          <p:cNvPr id="140" name="CaixaDeTexto 139"/>
          <p:cNvSpPr txBox="1"/>
          <p:nvPr/>
        </p:nvSpPr>
        <p:spPr>
          <a:xfrm>
            <a:off x="457305" y="4309814"/>
            <a:ext cx="3768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Larissa Santos</a:t>
            </a:r>
          </a:p>
          <a:p>
            <a:r>
              <a:rPr lang="pt-BR" sz="1200" dirty="0"/>
              <a:t>Bióloga Dra. em Ecologia</a:t>
            </a:r>
          </a:p>
          <a:p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larinsantos@yahoo.com.br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7208821" y="4740701"/>
            <a:ext cx="121001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/>
              <a:t>Dezembro, 2025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88" y="879562"/>
            <a:ext cx="2528233" cy="2664296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72" y="2901769"/>
            <a:ext cx="2095298" cy="1002645"/>
          </a:xfrm>
          <a:prstGeom prst="rect">
            <a:avLst/>
          </a:prstGeom>
        </p:spPr>
      </p:pic>
      <p:grpSp>
        <p:nvGrpSpPr>
          <p:cNvPr id="32" name="Grupo 31"/>
          <p:cNvGrpSpPr>
            <a:grpSpLocks noChangeAspect="1"/>
          </p:cNvGrpSpPr>
          <p:nvPr/>
        </p:nvGrpSpPr>
        <p:grpSpPr>
          <a:xfrm>
            <a:off x="5652120" y="339502"/>
            <a:ext cx="936104" cy="936104"/>
            <a:chOff x="2987824" y="339502"/>
            <a:chExt cx="3168352" cy="3168352"/>
          </a:xfrm>
        </p:grpSpPr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824" y="339502"/>
              <a:ext cx="3168352" cy="3168352"/>
            </a:xfrm>
            <a:prstGeom prst="rect">
              <a:avLst/>
            </a:prstGeom>
          </p:spPr>
        </p:pic>
        <p:sp>
          <p:nvSpPr>
            <p:cNvPr id="31" name="Retângulo 30"/>
            <p:cNvSpPr/>
            <p:nvPr/>
          </p:nvSpPr>
          <p:spPr>
            <a:xfrm>
              <a:off x="4441236" y="2126450"/>
              <a:ext cx="303228" cy="34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37898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aixaDeTexto 138"/>
          <p:cNvSpPr txBox="1"/>
          <p:nvPr/>
        </p:nvSpPr>
        <p:spPr>
          <a:xfrm>
            <a:off x="474778" y="484853"/>
            <a:ext cx="444479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400" b="1" dirty="0">
                <a:solidFill>
                  <a:srgbClr val="000000"/>
                </a:solidFill>
              </a:rPr>
              <a:t>Treinamento 1</a:t>
            </a:r>
          </a:p>
          <a:p>
            <a:endParaRPr lang="pt-BR" sz="1400" b="1" dirty="0">
              <a:solidFill>
                <a:srgbClr val="000000"/>
              </a:solidFill>
            </a:endParaRPr>
          </a:p>
          <a:p>
            <a:r>
              <a:rPr lang="pt-BR" sz="1400" u="sng" dirty="0">
                <a:solidFill>
                  <a:srgbClr val="000000"/>
                </a:solidFill>
              </a:rPr>
              <a:t>Conceitos básico de cartografia e geoprocessamento</a:t>
            </a:r>
            <a:endParaRPr lang="pt-BR" sz="1400" u="sng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Projeção e Sistema de coordenadas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Imageamento e Navegação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Geoprocessamento, SIG e gestão territorial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  <a:cs typeface="Calibri"/>
              </a:rPr>
              <a:t>- Dados geoespaciais, Dados vetoriais e dados matriciais</a:t>
            </a:r>
          </a:p>
          <a:p>
            <a:endParaRPr lang="pt-BR" sz="1400" dirty="0">
              <a:solidFill>
                <a:srgbClr val="000000"/>
              </a:solidFill>
              <a:cs typeface="Calibri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88" y="879562"/>
            <a:ext cx="2528233" cy="2664296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72" y="2901769"/>
            <a:ext cx="2095298" cy="1002645"/>
          </a:xfrm>
          <a:prstGeom prst="rect">
            <a:avLst/>
          </a:prstGeom>
        </p:spPr>
      </p:pic>
      <p:grpSp>
        <p:nvGrpSpPr>
          <p:cNvPr id="32" name="Grupo 31"/>
          <p:cNvGrpSpPr>
            <a:grpSpLocks noChangeAspect="1"/>
          </p:cNvGrpSpPr>
          <p:nvPr/>
        </p:nvGrpSpPr>
        <p:grpSpPr>
          <a:xfrm>
            <a:off x="5652120" y="339502"/>
            <a:ext cx="936104" cy="936104"/>
            <a:chOff x="2987824" y="339502"/>
            <a:chExt cx="3168352" cy="3168352"/>
          </a:xfrm>
        </p:grpSpPr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824" y="339502"/>
              <a:ext cx="3168352" cy="3168352"/>
            </a:xfrm>
            <a:prstGeom prst="rect">
              <a:avLst/>
            </a:prstGeom>
          </p:spPr>
        </p:pic>
        <p:sp>
          <p:nvSpPr>
            <p:cNvPr id="31" name="Retângulo 30"/>
            <p:cNvSpPr/>
            <p:nvPr/>
          </p:nvSpPr>
          <p:spPr>
            <a:xfrm>
              <a:off x="4441236" y="2126450"/>
              <a:ext cx="303228" cy="34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46251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m 4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r="1"/>
          <a:stretch/>
        </p:blipFill>
        <p:spPr>
          <a:xfrm>
            <a:off x="-180527" y="-92546"/>
            <a:ext cx="1456555" cy="1163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aixaDeTexto 3"/>
          <p:cNvSpPr txBox="1"/>
          <p:nvPr/>
        </p:nvSpPr>
        <p:spPr>
          <a:xfrm>
            <a:off x="1432934" y="51470"/>
            <a:ext cx="616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importantes em geoprocessamento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446370" y="483518"/>
            <a:ext cx="6510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/>
              <a:t>Cartografia</a:t>
            </a:r>
            <a:r>
              <a:rPr lang="pt-BR" sz="1600"/>
              <a:t> nos possibilita a criação de mapas (básicos, temáticos)</a:t>
            </a:r>
          </a:p>
          <a:p>
            <a:r>
              <a:rPr lang="pt-BR" sz="1600" b="1"/>
              <a:t>Mapas</a:t>
            </a:r>
            <a:r>
              <a:rPr lang="pt-BR" sz="1600"/>
              <a:t> são a representação reduzida da superfície terrestre</a:t>
            </a:r>
          </a:p>
        </p:txBody>
      </p:sp>
      <p:sp>
        <p:nvSpPr>
          <p:cNvPr id="46" name="Retângulo 45"/>
          <p:cNvSpPr/>
          <p:nvPr/>
        </p:nvSpPr>
        <p:spPr>
          <a:xfrm rot="16200000">
            <a:off x="7752742" y="770613"/>
            <a:ext cx="1847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sz="1200"/>
          </a:p>
        </p:txBody>
      </p:sp>
      <p:cxnSp>
        <p:nvCxnSpPr>
          <p:cNvPr id="85" name="Conector reto 84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tângulo 124"/>
          <p:cNvSpPr/>
          <p:nvPr/>
        </p:nvSpPr>
        <p:spPr>
          <a:xfrm>
            <a:off x="0" y="4881890"/>
            <a:ext cx="478640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/>
              <a:t>INPE – Instituto Nacional de Pesquisas Espaciais</a:t>
            </a:r>
          </a:p>
        </p:txBody>
      </p:sp>
      <p:sp>
        <p:nvSpPr>
          <p:cNvPr id="126" name="Retângulo 125"/>
          <p:cNvSpPr/>
          <p:nvPr/>
        </p:nvSpPr>
        <p:spPr>
          <a:xfrm>
            <a:off x="924637" y="1217920"/>
            <a:ext cx="2439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u="sng"/>
              <a:t>Projeção e Sistema de coordenadas</a:t>
            </a:r>
          </a:p>
        </p:txBody>
      </p:sp>
      <p:grpSp>
        <p:nvGrpSpPr>
          <p:cNvPr id="133" name="Grupo 132"/>
          <p:cNvGrpSpPr/>
          <p:nvPr/>
        </p:nvGrpSpPr>
        <p:grpSpPr>
          <a:xfrm>
            <a:off x="107504" y="1491630"/>
            <a:ext cx="3960440" cy="2037228"/>
            <a:chOff x="113109" y="1347614"/>
            <a:chExt cx="3652147" cy="1821204"/>
          </a:xfrm>
        </p:grpSpPr>
        <p:grpSp>
          <p:nvGrpSpPr>
            <p:cNvPr id="92" name="Grupo 91"/>
            <p:cNvGrpSpPr/>
            <p:nvPr/>
          </p:nvGrpSpPr>
          <p:grpSpPr>
            <a:xfrm>
              <a:off x="113109" y="1347614"/>
              <a:ext cx="3652147" cy="1821204"/>
              <a:chOff x="113109" y="1488044"/>
              <a:chExt cx="3652147" cy="1821204"/>
            </a:xfrm>
          </p:grpSpPr>
          <p:grpSp>
            <p:nvGrpSpPr>
              <p:cNvPr id="91" name="Grupo 90"/>
              <p:cNvGrpSpPr/>
              <p:nvPr/>
            </p:nvGrpSpPr>
            <p:grpSpPr>
              <a:xfrm>
                <a:off x="113109" y="1488044"/>
                <a:ext cx="3348007" cy="1577637"/>
                <a:chOff x="113109" y="1488044"/>
                <a:chExt cx="3348007" cy="1577637"/>
              </a:xfrm>
            </p:grpSpPr>
            <p:pic>
              <p:nvPicPr>
                <p:cNvPr id="57" name="Imagem 56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25" t="-340" r="125" b="-2609"/>
                <a:stretch/>
              </p:blipFill>
              <p:spPr>
                <a:xfrm>
                  <a:off x="460532" y="1534806"/>
                  <a:ext cx="3000584" cy="1530875"/>
                </a:xfrm>
                <a:prstGeom prst="rect">
                  <a:avLst/>
                </a:prstGeom>
              </p:spPr>
            </p:pic>
            <p:pic>
              <p:nvPicPr>
                <p:cNvPr id="59" name="Imagem 58"/>
                <p:cNvPicPr>
                  <a:picLocks noChangeAspect="1"/>
                </p:cNvPicPr>
                <p:nvPr/>
              </p:nvPicPr>
              <p:blipFill>
                <a:blip r:embed="rId5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3109" y="1488044"/>
                  <a:ext cx="540133" cy="475608"/>
                </a:xfrm>
                <a:prstGeom prst="rect">
                  <a:avLst/>
                </a:prstGeom>
              </p:spPr>
            </p:pic>
            <p:sp>
              <p:nvSpPr>
                <p:cNvPr id="90" name="Retângulo 89"/>
                <p:cNvSpPr/>
                <p:nvPr/>
              </p:nvSpPr>
              <p:spPr>
                <a:xfrm>
                  <a:off x="3236938" y="2812752"/>
                  <a:ext cx="211321" cy="20206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61" name="Grupo 60"/>
              <p:cNvGrpSpPr/>
              <p:nvPr/>
            </p:nvGrpSpPr>
            <p:grpSpPr>
              <a:xfrm>
                <a:off x="1429562" y="2913784"/>
                <a:ext cx="1058909" cy="395464"/>
                <a:chOff x="7244942" y="1523397"/>
                <a:chExt cx="1106880" cy="416646"/>
              </a:xfrm>
            </p:grpSpPr>
            <p:sp>
              <p:nvSpPr>
                <p:cNvPr id="37" name="Retângulo 36"/>
                <p:cNvSpPr/>
                <p:nvPr/>
              </p:nvSpPr>
              <p:spPr>
                <a:xfrm>
                  <a:off x="7396957" y="1663045"/>
                  <a:ext cx="806631" cy="2769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BR" sz="1200"/>
                    <a:t>Longitude</a:t>
                  </a:r>
                </a:p>
              </p:txBody>
            </p:sp>
            <p:cxnSp>
              <p:nvCxnSpPr>
                <p:cNvPr id="51" name="Conector de seta reta 50"/>
                <p:cNvCxnSpPr/>
                <p:nvPr/>
              </p:nvCxnSpPr>
              <p:spPr>
                <a:xfrm rot="5400000" flipV="1">
                  <a:off x="8116319" y="1482303"/>
                  <a:ext cx="0" cy="47100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ector de seta reta 51"/>
                <p:cNvCxnSpPr/>
                <p:nvPr/>
              </p:nvCxnSpPr>
              <p:spPr>
                <a:xfrm rot="5400000">
                  <a:off x="7475775" y="1486702"/>
                  <a:ext cx="0" cy="46166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Retângulo 54"/>
                <p:cNvSpPr/>
                <p:nvPr/>
              </p:nvSpPr>
              <p:spPr>
                <a:xfrm>
                  <a:off x="7258925" y="1523397"/>
                  <a:ext cx="269626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BR" sz="1000"/>
                    <a:t>O</a:t>
                  </a:r>
                </a:p>
              </p:txBody>
            </p:sp>
            <p:sp>
              <p:nvSpPr>
                <p:cNvPr id="56" name="Retângulo 55"/>
                <p:cNvSpPr/>
                <p:nvPr/>
              </p:nvSpPr>
              <p:spPr>
                <a:xfrm>
                  <a:off x="8064564" y="1526287"/>
                  <a:ext cx="239168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BR" sz="1000"/>
                    <a:t>L</a:t>
                  </a:r>
                </a:p>
              </p:txBody>
            </p:sp>
          </p:grpSp>
          <p:grpSp>
            <p:nvGrpSpPr>
              <p:cNvPr id="62" name="Grupo 61"/>
              <p:cNvGrpSpPr/>
              <p:nvPr/>
            </p:nvGrpSpPr>
            <p:grpSpPr>
              <a:xfrm>
                <a:off x="3347864" y="1779287"/>
                <a:ext cx="417392" cy="1031954"/>
                <a:chOff x="8511437" y="367621"/>
                <a:chExt cx="436301" cy="1087229"/>
              </a:xfrm>
            </p:grpSpPr>
            <p:cxnSp>
              <p:nvCxnSpPr>
                <p:cNvPr id="28" name="Conector de seta reta 27"/>
                <p:cNvCxnSpPr/>
                <p:nvPr/>
              </p:nvCxnSpPr>
              <p:spPr>
                <a:xfrm flipV="1">
                  <a:off x="8699037" y="367621"/>
                  <a:ext cx="0" cy="47100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ector de seta reta 29"/>
                <p:cNvCxnSpPr/>
                <p:nvPr/>
              </p:nvCxnSpPr>
              <p:spPr>
                <a:xfrm>
                  <a:off x="8699037" y="993185"/>
                  <a:ext cx="0" cy="46166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Retângulo 43"/>
                <p:cNvSpPr/>
                <p:nvPr/>
              </p:nvSpPr>
              <p:spPr>
                <a:xfrm rot="16200000">
                  <a:off x="8461131" y="748408"/>
                  <a:ext cx="696216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BR" sz="1200"/>
                    <a:t>Latitude</a:t>
                  </a:r>
                </a:p>
              </p:txBody>
            </p:sp>
            <p:sp>
              <p:nvSpPr>
                <p:cNvPr id="53" name="Retângulo 52"/>
                <p:cNvSpPr/>
                <p:nvPr/>
              </p:nvSpPr>
              <p:spPr>
                <a:xfrm rot="16200000">
                  <a:off x="8500537" y="440164"/>
                  <a:ext cx="268022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BR" sz="1000"/>
                    <a:t>N</a:t>
                  </a:r>
                </a:p>
              </p:txBody>
            </p:sp>
            <p:sp>
              <p:nvSpPr>
                <p:cNvPr id="54" name="Retângulo 53"/>
                <p:cNvSpPr/>
                <p:nvPr/>
              </p:nvSpPr>
              <p:spPr>
                <a:xfrm rot="16200000">
                  <a:off x="8512560" y="1197632"/>
                  <a:ext cx="243978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BR" sz="1000"/>
                    <a:t>S</a:t>
                  </a:r>
                </a:p>
              </p:txBody>
            </p:sp>
          </p:grpSp>
        </p:grpSp>
        <p:sp>
          <p:nvSpPr>
            <p:cNvPr id="131" name="Retângulo 130"/>
            <p:cNvSpPr/>
            <p:nvPr/>
          </p:nvSpPr>
          <p:spPr>
            <a:xfrm>
              <a:off x="1471971" y="2315248"/>
              <a:ext cx="105661" cy="12587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36" y="3626831"/>
            <a:ext cx="2076052" cy="1191182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2672302" y="3291830"/>
            <a:ext cx="1590500" cy="184666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pt-BR" sz="600" dirty="0"/>
              <a:t>Projeção de Robson (1961) - </a:t>
            </a:r>
            <a:r>
              <a:rPr lang="pt-BR" sz="600"/>
              <a:t>Pseudocilíndrica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04A3906-8015-275D-8D0B-A3A43A372E62}"/>
              </a:ext>
            </a:extLst>
          </p:cNvPr>
          <p:cNvSpPr/>
          <p:nvPr/>
        </p:nvSpPr>
        <p:spPr>
          <a:xfrm>
            <a:off x="5076057" y="1214889"/>
            <a:ext cx="4066272" cy="249299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200" b="1" u="sng" dirty="0"/>
              <a:t>Conceitos básicos de cartografia </a:t>
            </a:r>
          </a:p>
          <a:p>
            <a:endParaRPr lang="pt-BR" sz="12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Polos, pontos cardeais, meridianos e paralelos, dimensionamento </a:t>
            </a:r>
            <a:endParaRPr lang="pt-BR" sz="1200" dirty="0">
              <a:cs typeface="Calibri"/>
            </a:endParaRPr>
          </a:p>
          <a:p>
            <a:r>
              <a:rPr lang="pt-BR" sz="1200" dirty="0"/>
              <a:t>     e localização de </a:t>
            </a:r>
            <a:r>
              <a:rPr lang="pt-BR" sz="1200" b="1" dirty="0"/>
              <a:t>territórios</a:t>
            </a:r>
            <a:endParaRPr lang="pt-BR" sz="1200" b="1" dirty="0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Tipos de projeção cartográfica: plana, cônica e cilíndrica</a:t>
            </a:r>
            <a:endParaRPr lang="pt-BR" sz="1200" dirty="0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DATUM: modelo matemático da representação da superfície da Terra ao nível do mar; </a:t>
            </a:r>
          </a:p>
          <a:p>
            <a:r>
              <a:rPr lang="pt-BR" sz="1200" b="1" dirty="0"/>
              <a:t>WGS84</a:t>
            </a:r>
            <a:r>
              <a:rPr lang="pt-BR" sz="1200" dirty="0"/>
              <a:t> - World </a:t>
            </a:r>
            <a:r>
              <a:rPr lang="pt-BR" sz="1200" dirty="0" err="1"/>
              <a:t>Geodetic</a:t>
            </a:r>
            <a:r>
              <a:rPr lang="pt-BR" sz="1200" dirty="0"/>
              <a:t> System</a:t>
            </a:r>
            <a:endParaRPr lang="pt-BR" sz="1200" dirty="0">
              <a:cs typeface="Calibri"/>
            </a:endParaRPr>
          </a:p>
          <a:p>
            <a:r>
              <a:rPr lang="pt-BR" sz="1200" b="1" dirty="0"/>
              <a:t>SIRGAS2000 </a:t>
            </a:r>
            <a:r>
              <a:rPr lang="pt-BR" sz="1200" dirty="0"/>
              <a:t>- Sistema Geodésico Brasileiro (IBGE)</a:t>
            </a:r>
            <a:endParaRPr lang="pt-BR" sz="1200" dirty="0">
              <a:cs typeface="Calibri"/>
            </a:endParaRPr>
          </a:p>
          <a:p>
            <a:r>
              <a:rPr lang="pt-BR" sz="1200" dirty="0"/>
              <a:t>(Sist. de Ref. Geocêntrico para as Américas)</a:t>
            </a:r>
            <a:endParaRPr lang="pt-BR" sz="1200" dirty="0">
              <a:cs typeface="Calibri"/>
            </a:endParaRPr>
          </a:p>
          <a:p>
            <a:r>
              <a:rPr lang="pt-BR" sz="1200" dirty="0"/>
              <a:t>          </a:t>
            </a:r>
            <a:endParaRPr lang="pt-BR" sz="1200" dirty="0">
              <a:solidFill>
                <a:srgbClr val="000000"/>
              </a:solidFill>
              <a:cs typeface="Calibri"/>
            </a:endParaRPr>
          </a:p>
          <a:p>
            <a:endParaRPr lang="pt-BR" sz="1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559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>
            <a:grpSpLocks noUngrp="1" noChangeAspect="1"/>
          </p:cNvGrpSpPr>
          <p:nvPr/>
        </p:nvGrpSpPr>
        <p:grpSpPr>
          <a:xfrm>
            <a:off x="2033613" y="2653229"/>
            <a:ext cx="2558557" cy="2025840"/>
            <a:chOff x="1902013" y="3732846"/>
            <a:chExt cx="1232246" cy="1012237"/>
          </a:xfrm>
        </p:grpSpPr>
        <p:pic>
          <p:nvPicPr>
            <p:cNvPr id="34" name="Imagem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2013" y="3732846"/>
              <a:ext cx="1232246" cy="1009483"/>
            </a:xfrm>
            <a:prstGeom prst="rect">
              <a:avLst/>
            </a:prstGeom>
          </p:spPr>
        </p:pic>
        <p:sp>
          <p:nvSpPr>
            <p:cNvPr id="8" name="Retângulo 7"/>
            <p:cNvSpPr/>
            <p:nvPr/>
          </p:nvSpPr>
          <p:spPr>
            <a:xfrm>
              <a:off x="2520401" y="3831695"/>
              <a:ext cx="144016" cy="913388"/>
            </a:xfrm>
            <a:prstGeom prst="rect">
              <a:avLst/>
            </a:prstGeom>
            <a:solidFill>
              <a:srgbClr val="5B9BD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8" name="Imagem 4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r="1"/>
          <a:stretch/>
        </p:blipFill>
        <p:spPr>
          <a:xfrm>
            <a:off x="-180527" y="-92546"/>
            <a:ext cx="1456555" cy="1163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aixaDeTexto 3"/>
          <p:cNvSpPr txBox="1"/>
          <p:nvPr/>
        </p:nvSpPr>
        <p:spPr>
          <a:xfrm>
            <a:off x="1432934" y="51470"/>
            <a:ext cx="616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importantes em geoprocessamento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446370" y="483518"/>
            <a:ext cx="6510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/>
              <a:t>Cartografia</a:t>
            </a:r>
            <a:r>
              <a:rPr lang="pt-BR" sz="1600"/>
              <a:t> nos possibilita a criação de mapas (básicos, temáticos)</a:t>
            </a:r>
          </a:p>
          <a:p>
            <a:r>
              <a:rPr lang="pt-BR" sz="1600" b="1"/>
              <a:t>Mapas</a:t>
            </a:r>
            <a:r>
              <a:rPr lang="pt-BR" sz="1600"/>
              <a:t> são a representação reduzida da superfície terrestre</a:t>
            </a:r>
          </a:p>
        </p:txBody>
      </p:sp>
      <p:sp>
        <p:nvSpPr>
          <p:cNvPr id="46" name="Retângulo 45"/>
          <p:cNvSpPr/>
          <p:nvPr/>
        </p:nvSpPr>
        <p:spPr>
          <a:xfrm rot="16200000">
            <a:off x="7752742" y="770613"/>
            <a:ext cx="1847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sz="1200"/>
          </a:p>
        </p:txBody>
      </p:sp>
      <p:cxnSp>
        <p:nvCxnSpPr>
          <p:cNvPr id="85" name="Conector reto 84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tângulo 124"/>
          <p:cNvSpPr/>
          <p:nvPr/>
        </p:nvSpPr>
        <p:spPr>
          <a:xfrm>
            <a:off x="0" y="4881890"/>
            <a:ext cx="478640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/>
              <a:t>INPE – Instituto Nacional de Pesquisas Espaciais</a:t>
            </a:r>
          </a:p>
        </p:txBody>
      </p:sp>
      <p:sp>
        <p:nvSpPr>
          <p:cNvPr id="126" name="Retângulo 125"/>
          <p:cNvSpPr/>
          <p:nvPr/>
        </p:nvSpPr>
        <p:spPr>
          <a:xfrm>
            <a:off x="924637" y="1217920"/>
            <a:ext cx="2439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u="sng"/>
              <a:t>Projeção e Sistema de coordenadas</a:t>
            </a:r>
          </a:p>
        </p:txBody>
      </p:sp>
      <p:sp>
        <p:nvSpPr>
          <p:cNvPr id="65" name="Retângulo 64"/>
          <p:cNvSpPr/>
          <p:nvPr/>
        </p:nvSpPr>
        <p:spPr>
          <a:xfrm>
            <a:off x="5081285" y="1214889"/>
            <a:ext cx="4014744" cy="17543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200" b="1" u="sng" dirty="0"/>
              <a:t>Conceitos básicos de cartografia </a:t>
            </a:r>
          </a:p>
          <a:p>
            <a:r>
              <a:rPr lang="pt-BR" sz="1200" dirty="0"/>
              <a:t>           </a:t>
            </a:r>
            <a:endParaRPr lang="pt-BR" sz="1200" dirty="0"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/>
              <a:t>Sistema de coordenadas geográficas</a:t>
            </a:r>
            <a:r>
              <a:rPr lang="pt-BR" sz="1200" dirty="0"/>
              <a:t>: geodésicas (formato da Terra) </a:t>
            </a:r>
            <a:endParaRPr lang="pt-BR" sz="1200" dirty="0">
              <a:cs typeface="Calibri"/>
            </a:endParaRPr>
          </a:p>
          <a:p>
            <a:r>
              <a:rPr lang="pt-BR" sz="1200" dirty="0"/>
              <a:t>Uso: pode ser usado para o planeta inteiro; escala regional ou superior</a:t>
            </a:r>
            <a:endParaRPr lang="pt-BR" dirty="0">
              <a:cs typeface="Calibri" panose="020F050202020403020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/>
              <a:t>Sistema UTM</a:t>
            </a:r>
            <a:r>
              <a:rPr lang="pt-BR" sz="1200" dirty="0"/>
              <a:t>: coordenadas planas (considera a Terra teoricamente plana - fusos). </a:t>
            </a:r>
          </a:p>
          <a:p>
            <a:r>
              <a:rPr lang="pt-BR" sz="1200" dirty="0"/>
              <a:t>Uso: melhor para cálculo de áreas e distâncias; escalas locais</a:t>
            </a:r>
            <a:endParaRPr lang="pt-BR" sz="1200" dirty="0">
              <a:cs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BD4C6A0-37FF-ECDB-368D-A4074B0F309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5" t="-340" r="125" b="-2609"/>
          <a:stretch/>
        </p:blipFill>
        <p:spPr>
          <a:xfrm>
            <a:off x="20584" y="3010429"/>
            <a:ext cx="2143226" cy="1097829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C5910FD0-F7D8-1AFB-0572-1AFF22A91C8E}"/>
              </a:ext>
            </a:extLst>
          </p:cNvPr>
          <p:cNvGrpSpPr/>
          <p:nvPr/>
        </p:nvGrpSpPr>
        <p:grpSpPr>
          <a:xfrm>
            <a:off x="556208" y="1577330"/>
            <a:ext cx="3198309" cy="695770"/>
            <a:chOff x="556208" y="1577330"/>
            <a:chExt cx="3198309" cy="695770"/>
          </a:xfrm>
        </p:grpSpPr>
        <p:pic>
          <p:nvPicPr>
            <p:cNvPr id="33" name="Imagem 32"/>
            <p:cNvPicPr>
              <a:picLocks noChangeAspect="1"/>
            </p:cNvPicPr>
            <p:nvPr/>
          </p:nvPicPr>
          <p:blipFill>
            <a:blip r:embed="rId6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242" y="1583696"/>
              <a:ext cx="3062327" cy="689404"/>
            </a:xfrm>
            <a:prstGeom prst="rect">
              <a:avLst/>
            </a:prstGeom>
          </p:spPr>
        </p:pic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D61CDA70-E25B-4F48-9584-424DEDA91380}"/>
                </a:ext>
              </a:extLst>
            </p:cNvPr>
            <p:cNvSpPr/>
            <p:nvPr/>
          </p:nvSpPr>
          <p:spPr>
            <a:xfrm>
              <a:off x="556208" y="1577330"/>
              <a:ext cx="1607378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pt-BR" sz="600" dirty="0"/>
                <a:t>Sistema de coordenadas geográficas</a:t>
              </a:r>
              <a:endParaRPr lang="pt-BR" dirty="0"/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F047C75E-7618-544B-5BA2-9D9EE5B25C37}"/>
                </a:ext>
              </a:extLst>
            </p:cNvPr>
            <p:cNvSpPr/>
            <p:nvPr/>
          </p:nvSpPr>
          <p:spPr>
            <a:xfrm>
              <a:off x="2162585" y="1577330"/>
              <a:ext cx="1591932" cy="18466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pt-BR" sz="600" dirty="0"/>
                <a:t>Sistema UTM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08503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/>
          <p:cNvSpPr/>
          <p:nvPr/>
        </p:nvSpPr>
        <p:spPr>
          <a:xfrm rot="16200000">
            <a:off x="7752742" y="770613"/>
            <a:ext cx="1847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sz="1200"/>
          </a:p>
        </p:txBody>
      </p:sp>
      <p:sp>
        <p:nvSpPr>
          <p:cNvPr id="84" name="Retângulo 83"/>
          <p:cNvSpPr/>
          <p:nvPr/>
        </p:nvSpPr>
        <p:spPr>
          <a:xfrm>
            <a:off x="0" y="4881890"/>
            <a:ext cx="478640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/>
              <a:t>INPE – Instituto Nacional de Pesquisas Espaciais</a:t>
            </a:r>
          </a:p>
        </p:txBody>
      </p:sp>
      <p:cxnSp>
        <p:nvCxnSpPr>
          <p:cNvPr id="85" name="Conector reto 84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Seta para a direita 114"/>
          <p:cNvSpPr/>
          <p:nvPr/>
        </p:nvSpPr>
        <p:spPr>
          <a:xfrm>
            <a:off x="2108140" y="3896250"/>
            <a:ext cx="224425" cy="18074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Grupo 115"/>
          <p:cNvGrpSpPr/>
          <p:nvPr/>
        </p:nvGrpSpPr>
        <p:grpSpPr>
          <a:xfrm>
            <a:off x="2394143" y="3310378"/>
            <a:ext cx="1985418" cy="1421393"/>
            <a:chOff x="2136732" y="3388017"/>
            <a:chExt cx="1893696" cy="1336727"/>
          </a:xfrm>
        </p:grpSpPr>
        <p:pic>
          <p:nvPicPr>
            <p:cNvPr id="117" name="Imagem 1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6732" y="3388017"/>
              <a:ext cx="1893696" cy="1336727"/>
            </a:xfrm>
            <a:prstGeom prst="rect">
              <a:avLst/>
            </a:prstGeom>
          </p:spPr>
        </p:pic>
        <p:sp>
          <p:nvSpPr>
            <p:cNvPr id="118" name="Retângulo 117"/>
            <p:cNvSpPr/>
            <p:nvPr/>
          </p:nvSpPr>
          <p:spPr>
            <a:xfrm>
              <a:off x="2254081" y="4572390"/>
              <a:ext cx="80844" cy="805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9" name="Retângulo 118"/>
            <p:cNvSpPr/>
            <p:nvPr/>
          </p:nvSpPr>
          <p:spPr>
            <a:xfrm>
              <a:off x="3167952" y="4196975"/>
              <a:ext cx="211321" cy="20206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21" name="Retângulo 120"/>
          <p:cNvSpPr/>
          <p:nvPr/>
        </p:nvSpPr>
        <p:spPr>
          <a:xfrm>
            <a:off x="1033113" y="1203598"/>
            <a:ext cx="19074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u="sng" err="1"/>
              <a:t>Imageamento</a:t>
            </a:r>
            <a:r>
              <a:rPr lang="pt-BR" sz="1200" b="1" u="sng"/>
              <a:t> e Navegação</a:t>
            </a:r>
          </a:p>
        </p:txBody>
      </p:sp>
      <p:grpSp>
        <p:nvGrpSpPr>
          <p:cNvPr id="123" name="Grupo 122"/>
          <p:cNvGrpSpPr/>
          <p:nvPr/>
        </p:nvGrpSpPr>
        <p:grpSpPr>
          <a:xfrm>
            <a:off x="266926" y="1540403"/>
            <a:ext cx="1428592" cy="1535403"/>
            <a:chOff x="0" y="3477827"/>
            <a:chExt cx="1538695" cy="1614203"/>
          </a:xfrm>
        </p:grpSpPr>
        <p:pic>
          <p:nvPicPr>
            <p:cNvPr id="126" name="Imagem 125"/>
            <p:cNvPicPr>
              <a:picLocks noChangeAspect="1"/>
            </p:cNvPicPr>
            <p:nvPr/>
          </p:nvPicPr>
          <p:blipFill>
            <a:blip r:embed="rId4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483" y="3582022"/>
              <a:ext cx="1230212" cy="1510008"/>
            </a:xfrm>
            <a:prstGeom prst="rect">
              <a:avLst/>
            </a:prstGeom>
          </p:spPr>
        </p:pic>
        <p:grpSp>
          <p:nvGrpSpPr>
            <p:cNvPr id="127" name="Grupo 126"/>
            <p:cNvGrpSpPr/>
            <p:nvPr/>
          </p:nvGrpSpPr>
          <p:grpSpPr>
            <a:xfrm>
              <a:off x="0" y="3477827"/>
              <a:ext cx="900614" cy="1377233"/>
              <a:chOff x="0" y="3410011"/>
              <a:chExt cx="900614" cy="1377233"/>
            </a:xfrm>
          </p:grpSpPr>
          <p:sp>
            <p:nvSpPr>
              <p:cNvPr id="128" name="Sol 127"/>
              <p:cNvSpPr/>
              <p:nvPr/>
            </p:nvSpPr>
            <p:spPr>
              <a:xfrm>
                <a:off x="0" y="3410011"/>
                <a:ext cx="363959" cy="360040"/>
              </a:xfrm>
              <a:prstGeom prst="sun">
                <a:avLst/>
              </a:prstGeom>
              <a:noFill/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129" name="Conector de seta reta 128"/>
              <p:cNvCxnSpPr/>
              <p:nvPr/>
            </p:nvCxnSpPr>
            <p:spPr>
              <a:xfrm rot="10800000" flipV="1">
                <a:off x="160211" y="3951027"/>
                <a:ext cx="0" cy="471006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Conector de seta reta 129"/>
              <p:cNvCxnSpPr/>
              <p:nvPr/>
            </p:nvCxnSpPr>
            <p:spPr>
              <a:xfrm>
                <a:off x="270024" y="3951027"/>
                <a:ext cx="158993" cy="578451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Conector de seta reta 130"/>
              <p:cNvCxnSpPr/>
              <p:nvPr/>
            </p:nvCxnSpPr>
            <p:spPr>
              <a:xfrm>
                <a:off x="354114" y="3836332"/>
                <a:ext cx="262929" cy="350198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ector de seta reta 131"/>
              <p:cNvCxnSpPr/>
              <p:nvPr/>
            </p:nvCxnSpPr>
            <p:spPr>
              <a:xfrm flipV="1">
                <a:off x="468663" y="4359172"/>
                <a:ext cx="302055" cy="428072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Conector de seta reta 132"/>
              <p:cNvCxnSpPr/>
              <p:nvPr/>
            </p:nvCxnSpPr>
            <p:spPr>
              <a:xfrm flipV="1">
                <a:off x="874850" y="4448150"/>
                <a:ext cx="25764" cy="264719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4" name="Imagem 13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r="1"/>
          <a:stretch/>
        </p:blipFill>
        <p:spPr>
          <a:xfrm>
            <a:off x="-180527" y="-92546"/>
            <a:ext cx="1456555" cy="1163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1" name="CaixaDeTexto 60"/>
          <p:cNvSpPr txBox="1"/>
          <p:nvPr/>
        </p:nvSpPr>
        <p:spPr>
          <a:xfrm>
            <a:off x="1432934" y="51470"/>
            <a:ext cx="616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importantes em geoprocessamento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1446370" y="483518"/>
            <a:ext cx="6510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/>
              <a:t>Cartografia</a:t>
            </a:r>
            <a:r>
              <a:rPr lang="pt-BR" sz="1600"/>
              <a:t> nos possibilita a criação de mapas (básicos, temáticos)</a:t>
            </a:r>
          </a:p>
          <a:p>
            <a:r>
              <a:rPr lang="pt-BR" sz="1600" b="1"/>
              <a:t>Mapas</a:t>
            </a:r>
            <a:r>
              <a:rPr lang="pt-BR" sz="1600"/>
              <a:t> são a representação reduzida da superfície terrestre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1385615" y="1708234"/>
            <a:ext cx="1559254" cy="1515680"/>
            <a:chOff x="1874265" y="1708234"/>
            <a:chExt cx="1559254" cy="1515680"/>
          </a:xfrm>
        </p:grpSpPr>
        <p:grpSp>
          <p:nvGrpSpPr>
            <p:cNvPr id="4" name="Grupo 3"/>
            <p:cNvGrpSpPr/>
            <p:nvPr/>
          </p:nvGrpSpPr>
          <p:grpSpPr>
            <a:xfrm>
              <a:off x="2909342" y="2696716"/>
              <a:ext cx="524177" cy="527198"/>
              <a:chOff x="2673197" y="2631928"/>
              <a:chExt cx="524177" cy="527198"/>
            </a:xfrm>
          </p:grpSpPr>
          <p:pic>
            <p:nvPicPr>
              <p:cNvPr id="124" name="Imagem 12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9314" y="2631928"/>
                <a:ext cx="352614" cy="359150"/>
              </a:xfrm>
              <a:prstGeom prst="rect">
                <a:avLst/>
              </a:prstGeom>
            </p:spPr>
          </p:pic>
          <p:sp>
            <p:nvSpPr>
              <p:cNvPr id="125" name="Retângulo 124"/>
              <p:cNvSpPr/>
              <p:nvPr/>
            </p:nvSpPr>
            <p:spPr>
              <a:xfrm>
                <a:off x="2673197" y="2954199"/>
                <a:ext cx="524177" cy="204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800"/>
                  <a:t>Receptor</a:t>
                </a:r>
              </a:p>
            </p:txBody>
          </p:sp>
        </p:grpSp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1828" y="2715766"/>
              <a:ext cx="372261" cy="366158"/>
            </a:xfrm>
            <a:prstGeom prst="rect">
              <a:avLst/>
            </a:prstGeom>
          </p:spPr>
        </p:pic>
        <p:sp>
          <p:nvSpPr>
            <p:cNvPr id="5" name="Triângulo isósceles 4"/>
            <p:cNvSpPr/>
            <p:nvPr/>
          </p:nvSpPr>
          <p:spPr>
            <a:xfrm rot="21438458">
              <a:off x="2129978" y="1920605"/>
              <a:ext cx="1055155" cy="754852"/>
            </a:xfrm>
            <a:prstGeom prst="triangle">
              <a:avLst>
                <a:gd name="adj" fmla="val 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2050641" y="3003798"/>
              <a:ext cx="6575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800"/>
                <a:t>Referencial</a:t>
              </a:r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1874265" y="1708234"/>
              <a:ext cx="49885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800"/>
                <a:t>Satélite</a:t>
              </a:r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FDC3E6E0-C242-FEC4-99CF-5CECD38E17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866" y="3312969"/>
            <a:ext cx="1899769" cy="1427246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3FF8161-2907-7615-856D-95145F65B0DF}"/>
              </a:ext>
            </a:extLst>
          </p:cNvPr>
          <p:cNvSpPr/>
          <p:nvPr/>
        </p:nvSpPr>
        <p:spPr>
          <a:xfrm>
            <a:off x="5081286" y="1214889"/>
            <a:ext cx="4061043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200" b="1" u="sng" dirty="0"/>
              <a:t>Conceitos básicos de cartografia </a:t>
            </a:r>
          </a:p>
          <a:p>
            <a:pPr marL="171450" indent="-171450">
              <a:buFont typeface="Arial,Sans-Serif"/>
              <a:buChar char="•"/>
            </a:pPr>
            <a:endParaRPr lang="pt-BR" sz="1200" dirty="0"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pt-BR" sz="1200" b="1" dirty="0">
                <a:cs typeface="Calibri"/>
              </a:rPr>
              <a:t>Sensoriamento remoto </a:t>
            </a:r>
            <a:r>
              <a:rPr lang="pt-BR" sz="1200" dirty="0">
                <a:cs typeface="Calibri"/>
              </a:rPr>
              <a:t>através de imagens orbitais ou de fotografias aéreas: escalas (espacial e temporal) e resolução</a:t>
            </a:r>
            <a:endParaRPr lang="en-US" sz="1200" dirty="0"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pt-BR" sz="1200" dirty="0">
                <a:cs typeface="Calibri"/>
              </a:rPr>
              <a:t>O funcionamento do Sistema de Posicionamento-GPS se baseia </a:t>
            </a:r>
            <a:endParaRPr lang="pt-BR" sz="1200" dirty="0" err="1">
              <a:solidFill>
                <a:srgbClr val="70AD47"/>
              </a:solidFill>
              <a:cs typeface="Calibri"/>
            </a:endParaRPr>
          </a:p>
          <a:p>
            <a:r>
              <a:rPr lang="pt-BR" sz="1200" dirty="0">
                <a:cs typeface="Calibri"/>
              </a:rPr>
              <a:t>     no </a:t>
            </a:r>
            <a:r>
              <a:rPr lang="pt-BR" sz="1200" b="1" dirty="0">
                <a:solidFill>
                  <a:schemeClr val="accent6"/>
                </a:solidFill>
                <a:cs typeface="Calibri"/>
              </a:rPr>
              <a:t>princípio da </a:t>
            </a:r>
            <a:r>
              <a:rPr lang="pt-BR" sz="1200" b="1" dirty="0" err="1">
                <a:solidFill>
                  <a:schemeClr val="accent6"/>
                </a:solidFill>
                <a:cs typeface="Calibri"/>
              </a:rPr>
              <a:t>triangularização</a:t>
            </a:r>
            <a:endParaRPr lang="pt-BR" sz="1200" dirty="0">
              <a:solidFill>
                <a:schemeClr val="accent6"/>
              </a:solidFill>
              <a:cs typeface="Calibri"/>
            </a:endParaRPr>
          </a:p>
          <a:p>
            <a:endParaRPr lang="pt-BR" sz="1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282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446370" y="649020"/>
            <a:ext cx="6510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/>
              <a:t>Geoprocessamento</a:t>
            </a:r>
            <a:r>
              <a:rPr lang="pt-BR" sz="1600"/>
              <a:t> é conjunto de geotecnologias e geoinformação</a:t>
            </a:r>
            <a:endParaRPr lang="pt-BR"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166299" y="4081421"/>
            <a:ext cx="3957803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1600" dirty="0"/>
              <a:t>Permitem a análise, gestão ou representação de informação geográfica - mundo real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Retângulo 45"/>
          <p:cNvSpPr/>
          <p:nvPr/>
        </p:nvSpPr>
        <p:spPr>
          <a:xfrm rot="16200000">
            <a:off x="7752742" y="770613"/>
            <a:ext cx="1847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sz="1200"/>
          </a:p>
        </p:txBody>
      </p:sp>
      <p:sp>
        <p:nvSpPr>
          <p:cNvPr id="84" name="Retângulo 83"/>
          <p:cNvSpPr/>
          <p:nvPr/>
        </p:nvSpPr>
        <p:spPr>
          <a:xfrm>
            <a:off x="0" y="4881890"/>
            <a:ext cx="478640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/>
              <a:t>INPE – Instituto Nacional de Pesquisas Espaciais</a:t>
            </a:r>
          </a:p>
        </p:txBody>
      </p:sp>
      <p:cxnSp>
        <p:nvCxnSpPr>
          <p:cNvPr id="85" name="Conector reto 84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o 57"/>
          <p:cNvGrpSpPr/>
          <p:nvPr/>
        </p:nvGrpSpPr>
        <p:grpSpPr>
          <a:xfrm>
            <a:off x="3563888" y="1229122"/>
            <a:ext cx="5184577" cy="2893724"/>
            <a:chOff x="3923927" y="1419622"/>
            <a:chExt cx="5184577" cy="2893724"/>
          </a:xfrm>
        </p:grpSpPr>
        <p:grpSp>
          <p:nvGrpSpPr>
            <p:cNvPr id="60" name="Grupo 59"/>
            <p:cNvGrpSpPr/>
            <p:nvPr/>
          </p:nvGrpSpPr>
          <p:grpSpPr>
            <a:xfrm>
              <a:off x="3923927" y="1419622"/>
              <a:ext cx="5184577" cy="2716891"/>
              <a:chOff x="35495" y="1751496"/>
              <a:chExt cx="5184577" cy="2716891"/>
            </a:xfrm>
          </p:grpSpPr>
          <p:sp>
            <p:nvSpPr>
              <p:cNvPr id="65" name="Elipse 64"/>
              <p:cNvSpPr/>
              <p:nvPr/>
            </p:nvSpPr>
            <p:spPr>
              <a:xfrm>
                <a:off x="35495" y="1751496"/>
                <a:ext cx="5184577" cy="2716891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pt-BR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8" name="Elipse 67"/>
              <p:cNvSpPr/>
              <p:nvPr/>
            </p:nvSpPr>
            <p:spPr>
              <a:xfrm>
                <a:off x="173543" y="2215180"/>
                <a:ext cx="2670265" cy="1840550"/>
              </a:xfrm>
              <a:prstGeom prst="ellipse">
                <a:avLst/>
              </a:prstGeom>
              <a:solidFill>
                <a:schemeClr val="bg1">
                  <a:lumMod val="75000"/>
                  <a:alpha val="7098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0" name="Retângulo 69"/>
              <p:cNvSpPr/>
              <p:nvPr/>
            </p:nvSpPr>
            <p:spPr>
              <a:xfrm>
                <a:off x="125678" y="2232065"/>
                <a:ext cx="2741690" cy="1754326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/>
                <a:r>
                  <a:rPr lang="pt-BR" dirty="0">
                    <a:solidFill>
                      <a:schemeClr val="accent6">
                        <a:lumMod val="75000"/>
                      </a:schemeClr>
                    </a:solidFill>
                  </a:rPr>
                  <a:t>Cartografia</a:t>
                </a:r>
              </a:p>
              <a:p>
                <a:pPr algn="ctr"/>
                <a:r>
                  <a:rPr lang="pt-BR" dirty="0">
                    <a:solidFill>
                      <a:schemeClr val="accent6">
                        <a:lumMod val="75000"/>
                      </a:schemeClr>
                    </a:solidFill>
                  </a:rPr>
                  <a:t>Topografia</a:t>
                </a:r>
                <a:endParaRPr lang="pt-BR" dirty="0">
                  <a:solidFill>
                    <a:schemeClr val="accent6">
                      <a:lumMod val="75000"/>
                    </a:schemeClr>
                  </a:solidFill>
                  <a:cs typeface="Calibri"/>
                </a:endParaRPr>
              </a:p>
              <a:p>
                <a:pPr algn="ctr"/>
                <a:r>
                  <a:rPr lang="pt-BR" dirty="0">
                    <a:solidFill>
                      <a:schemeClr val="accent6">
                        <a:lumMod val="75000"/>
                      </a:schemeClr>
                    </a:solidFill>
                  </a:rPr>
                  <a:t>Sensoriamento remoto </a:t>
                </a:r>
                <a:r>
                  <a:rPr lang="pt-BR">
                    <a:solidFill>
                      <a:schemeClr val="accent6">
                        <a:lumMod val="75000"/>
                      </a:schemeClr>
                    </a:solidFill>
                  </a:rPr>
                  <a:t>Sistema de posicionamento</a:t>
                </a:r>
              </a:p>
              <a:p>
                <a:pPr algn="ctr"/>
                <a:r>
                  <a:rPr lang="pt-BR" dirty="0" err="1">
                    <a:solidFill>
                      <a:schemeClr val="accent6">
                        <a:lumMod val="75000"/>
                      </a:schemeClr>
                    </a:solidFill>
                  </a:rPr>
                  <a:t>Geoestatística</a:t>
                </a:r>
                <a:endParaRPr lang="pt-BR" dirty="0" err="1">
                  <a:solidFill>
                    <a:schemeClr val="accent6">
                      <a:lumMod val="75000"/>
                    </a:schemeClr>
                  </a:solidFill>
                  <a:cs typeface="Calibri"/>
                </a:endParaRPr>
              </a:p>
              <a:p>
                <a:pPr algn="ctr"/>
                <a:r>
                  <a:rPr lang="pt-BR">
                    <a:solidFill>
                      <a:schemeClr val="accent6">
                        <a:lumMod val="75000"/>
                      </a:schemeClr>
                    </a:solidFill>
                  </a:rPr>
                  <a:t>Banco de dados</a:t>
                </a:r>
                <a:endParaRPr lang="pt-BR">
                  <a:solidFill>
                    <a:schemeClr val="accent6">
                      <a:lumMod val="75000"/>
                    </a:schemeClr>
                  </a:solidFill>
                  <a:cs typeface="Calibri"/>
                </a:endParaRPr>
              </a:p>
            </p:txBody>
          </p:sp>
          <p:sp>
            <p:nvSpPr>
              <p:cNvPr id="71" name="Retângulo 70"/>
              <p:cNvSpPr/>
              <p:nvPr/>
            </p:nvSpPr>
            <p:spPr>
              <a:xfrm>
                <a:off x="1613200" y="1819914"/>
                <a:ext cx="2007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BR">
                    <a:solidFill>
                      <a:schemeClr val="accent6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Geoprocessamento</a:t>
                </a:r>
              </a:p>
            </p:txBody>
          </p:sp>
          <p:sp>
            <p:nvSpPr>
              <p:cNvPr id="72" name="Elipse 71"/>
              <p:cNvSpPr/>
              <p:nvPr/>
            </p:nvSpPr>
            <p:spPr>
              <a:xfrm>
                <a:off x="2349091" y="2871703"/>
                <a:ext cx="2582950" cy="1225192"/>
              </a:xfrm>
              <a:prstGeom prst="ellipse">
                <a:avLst/>
              </a:prstGeom>
              <a:solidFill>
                <a:srgbClr val="70AD47">
                  <a:alpha val="47843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>
                    <a:solidFill>
                      <a:schemeClr val="accent6">
                        <a:lumMod val="75000"/>
                      </a:schemeClr>
                    </a:solidFill>
                  </a:rPr>
                  <a:t>Sistemas de </a:t>
                </a:r>
                <a:r>
                  <a:rPr lang="pt-BR" err="1">
                    <a:solidFill>
                      <a:schemeClr val="accent6">
                        <a:lumMod val="75000"/>
                      </a:schemeClr>
                    </a:solidFill>
                  </a:rPr>
                  <a:t>info</a:t>
                </a:r>
                <a:r>
                  <a:rPr lang="pt-BR">
                    <a:solidFill>
                      <a:schemeClr val="accent6">
                        <a:lumMod val="75000"/>
                      </a:schemeClr>
                    </a:solidFill>
                  </a:rPr>
                  <a:t>. Geográfica (</a:t>
                </a:r>
                <a:r>
                  <a:rPr lang="pt-BR" err="1">
                    <a:solidFill>
                      <a:schemeClr val="accent6">
                        <a:lumMod val="75000"/>
                      </a:schemeClr>
                    </a:solidFill>
                  </a:rPr>
                  <a:t>SIGs</a:t>
                </a:r>
                <a:r>
                  <a:rPr lang="pt-BR">
                    <a:solidFill>
                      <a:schemeClr val="accent6">
                        <a:lumMod val="7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73" name="Elipse 72"/>
              <p:cNvSpPr/>
              <p:nvPr/>
            </p:nvSpPr>
            <p:spPr>
              <a:xfrm>
                <a:off x="2489502" y="2211710"/>
                <a:ext cx="2148030" cy="903619"/>
              </a:xfrm>
              <a:prstGeom prst="ellipse">
                <a:avLst/>
              </a:prstGeom>
              <a:solidFill>
                <a:schemeClr val="bg1">
                  <a:lumMod val="95000"/>
                  <a:alpha val="5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>
                    <a:solidFill>
                      <a:schemeClr val="accent6">
                        <a:lumMod val="75000"/>
                      </a:schemeClr>
                    </a:solidFill>
                  </a:rPr>
                  <a:t>Técnicas</a:t>
                </a:r>
              </a:p>
              <a:p>
                <a:pPr algn="ctr"/>
                <a:r>
                  <a:rPr lang="pt-BR">
                    <a:solidFill>
                      <a:schemeClr val="accent6">
                        <a:lumMod val="75000"/>
                      </a:schemeClr>
                    </a:solidFill>
                  </a:rPr>
                  <a:t>Ferramentas</a:t>
                </a:r>
              </a:p>
            </p:txBody>
          </p:sp>
        </p:grpSp>
        <p:sp>
          <p:nvSpPr>
            <p:cNvPr id="63" name="Seta para baixo 62"/>
            <p:cNvSpPr/>
            <p:nvPr/>
          </p:nvSpPr>
          <p:spPr>
            <a:xfrm>
              <a:off x="6373653" y="4076153"/>
              <a:ext cx="280869" cy="237193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4" name="Grupo 73"/>
          <p:cNvGrpSpPr/>
          <p:nvPr/>
        </p:nvGrpSpPr>
        <p:grpSpPr>
          <a:xfrm>
            <a:off x="7842366" y="820621"/>
            <a:ext cx="1152233" cy="1071322"/>
            <a:chOff x="7842366" y="579801"/>
            <a:chExt cx="1389459" cy="1297765"/>
          </a:xfrm>
        </p:grpSpPr>
        <p:pic>
          <p:nvPicPr>
            <p:cNvPr id="76" name="Imagem 7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2366" y="579801"/>
              <a:ext cx="1389459" cy="1239683"/>
            </a:xfrm>
            <a:prstGeom prst="rect">
              <a:avLst/>
            </a:prstGeom>
          </p:spPr>
        </p:pic>
        <p:pic>
          <p:nvPicPr>
            <p:cNvPr id="77" name="Imagem 7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1032" y="1343150"/>
              <a:ext cx="1116807" cy="534416"/>
            </a:xfrm>
            <a:prstGeom prst="rect">
              <a:avLst/>
            </a:prstGeom>
          </p:spPr>
        </p:pic>
      </p:grpSp>
      <p:pic>
        <p:nvPicPr>
          <p:cNvPr id="134" name="Imagem 13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r="1"/>
          <a:stretch/>
        </p:blipFill>
        <p:spPr>
          <a:xfrm>
            <a:off x="-180527" y="-92546"/>
            <a:ext cx="1456555" cy="1163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1" name="CaixaDeTexto 60"/>
          <p:cNvSpPr txBox="1"/>
          <p:nvPr/>
        </p:nvSpPr>
        <p:spPr>
          <a:xfrm>
            <a:off x="1432934" y="51470"/>
            <a:ext cx="6163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Conceitos importantes em geoprocessamento</a:t>
            </a:r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7" r="61603"/>
          <a:stretch/>
        </p:blipFill>
        <p:spPr>
          <a:xfrm>
            <a:off x="2039126" y="1548721"/>
            <a:ext cx="1121842" cy="885701"/>
          </a:xfrm>
          <a:prstGeom prst="rect">
            <a:avLst/>
          </a:prstGeom>
        </p:spPr>
      </p:pic>
      <p:grpSp>
        <p:nvGrpSpPr>
          <p:cNvPr id="13" name="Grupo 122">
            <a:extLst>
              <a:ext uri="{FF2B5EF4-FFF2-40B4-BE49-F238E27FC236}">
                <a16:creationId xmlns:a16="http://schemas.microsoft.com/office/drawing/2014/main" id="{1F511093-D677-E6A2-2E26-1D3EF8E8E674}"/>
              </a:ext>
            </a:extLst>
          </p:cNvPr>
          <p:cNvGrpSpPr/>
          <p:nvPr/>
        </p:nvGrpSpPr>
        <p:grpSpPr>
          <a:xfrm>
            <a:off x="266926" y="1540403"/>
            <a:ext cx="1428592" cy="1535403"/>
            <a:chOff x="0" y="3477827"/>
            <a:chExt cx="1538695" cy="1614203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CBA0162-1F85-E8AD-EDAC-6C2E93CF3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483" y="3582022"/>
              <a:ext cx="1230212" cy="1510008"/>
            </a:xfrm>
            <a:prstGeom prst="rect">
              <a:avLst/>
            </a:prstGeom>
          </p:spPr>
        </p:pic>
        <p:grpSp>
          <p:nvGrpSpPr>
            <p:cNvPr id="4" name="Grupo 126">
              <a:extLst>
                <a:ext uri="{FF2B5EF4-FFF2-40B4-BE49-F238E27FC236}">
                  <a16:creationId xmlns:a16="http://schemas.microsoft.com/office/drawing/2014/main" id="{AF7EE0EB-9A83-6249-F7A1-0EB9557A65D7}"/>
                </a:ext>
              </a:extLst>
            </p:cNvPr>
            <p:cNvGrpSpPr/>
            <p:nvPr/>
          </p:nvGrpSpPr>
          <p:grpSpPr>
            <a:xfrm>
              <a:off x="0" y="3477827"/>
              <a:ext cx="900614" cy="1377233"/>
              <a:chOff x="0" y="3410011"/>
              <a:chExt cx="900614" cy="1377233"/>
            </a:xfrm>
          </p:grpSpPr>
          <p:sp>
            <p:nvSpPr>
              <p:cNvPr id="6" name="Sol 5">
                <a:extLst>
                  <a:ext uri="{FF2B5EF4-FFF2-40B4-BE49-F238E27FC236}">
                    <a16:creationId xmlns:a16="http://schemas.microsoft.com/office/drawing/2014/main" id="{D4066342-6619-FBF3-206A-56169A937B21}"/>
                  </a:ext>
                </a:extLst>
              </p:cNvPr>
              <p:cNvSpPr/>
              <p:nvPr/>
            </p:nvSpPr>
            <p:spPr>
              <a:xfrm>
                <a:off x="0" y="3410011"/>
                <a:ext cx="363959" cy="360040"/>
              </a:xfrm>
              <a:prstGeom prst="sun">
                <a:avLst/>
              </a:prstGeom>
              <a:noFill/>
              <a:ln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cxnSp>
            <p:nvCxnSpPr>
              <p:cNvPr id="7" name="Conector de seta reta 128">
                <a:extLst>
                  <a:ext uri="{FF2B5EF4-FFF2-40B4-BE49-F238E27FC236}">
                    <a16:creationId xmlns:a16="http://schemas.microsoft.com/office/drawing/2014/main" id="{24A9FF98-5A75-97FC-4B6E-95A687C930B9}"/>
                  </a:ext>
                </a:extLst>
              </p:cNvPr>
              <p:cNvCxnSpPr/>
              <p:nvPr/>
            </p:nvCxnSpPr>
            <p:spPr>
              <a:xfrm rot="10800000" flipV="1">
                <a:off x="160211" y="3951027"/>
                <a:ext cx="0" cy="471006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de seta reta 129">
                <a:extLst>
                  <a:ext uri="{FF2B5EF4-FFF2-40B4-BE49-F238E27FC236}">
                    <a16:creationId xmlns:a16="http://schemas.microsoft.com/office/drawing/2014/main" id="{26CBBE40-E601-4CEF-22B5-949B215DD629}"/>
                  </a:ext>
                </a:extLst>
              </p:cNvPr>
              <p:cNvCxnSpPr/>
              <p:nvPr/>
            </p:nvCxnSpPr>
            <p:spPr>
              <a:xfrm>
                <a:off x="270024" y="3951027"/>
                <a:ext cx="158993" cy="578451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de seta reta 130">
                <a:extLst>
                  <a:ext uri="{FF2B5EF4-FFF2-40B4-BE49-F238E27FC236}">
                    <a16:creationId xmlns:a16="http://schemas.microsoft.com/office/drawing/2014/main" id="{C49BAF4D-3C32-D6A4-58C6-EB56EEA3E0FE}"/>
                  </a:ext>
                </a:extLst>
              </p:cNvPr>
              <p:cNvCxnSpPr/>
              <p:nvPr/>
            </p:nvCxnSpPr>
            <p:spPr>
              <a:xfrm>
                <a:off x="354114" y="3836332"/>
                <a:ext cx="262929" cy="350198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de seta reta 131">
                <a:extLst>
                  <a:ext uri="{FF2B5EF4-FFF2-40B4-BE49-F238E27FC236}">
                    <a16:creationId xmlns:a16="http://schemas.microsoft.com/office/drawing/2014/main" id="{32E248B8-2164-5B78-E28F-F3713C448001}"/>
                  </a:ext>
                </a:extLst>
              </p:cNvPr>
              <p:cNvCxnSpPr/>
              <p:nvPr/>
            </p:nvCxnSpPr>
            <p:spPr>
              <a:xfrm flipV="1">
                <a:off x="468663" y="4359172"/>
                <a:ext cx="302055" cy="428072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de seta reta 132">
                <a:extLst>
                  <a:ext uri="{FF2B5EF4-FFF2-40B4-BE49-F238E27FC236}">
                    <a16:creationId xmlns:a16="http://schemas.microsoft.com/office/drawing/2014/main" id="{53B9B54F-6D8B-5332-73F8-E35E3FD111C4}"/>
                  </a:ext>
                </a:extLst>
              </p:cNvPr>
              <p:cNvCxnSpPr/>
              <p:nvPr/>
            </p:nvCxnSpPr>
            <p:spPr>
              <a:xfrm flipV="1">
                <a:off x="874850" y="4448150"/>
                <a:ext cx="25764" cy="264719"/>
              </a:xfrm>
              <a:prstGeom prst="straightConnector1">
                <a:avLst/>
              </a:prstGeom>
              <a:ln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8" name="Imagem 27">
            <a:extLst>
              <a:ext uri="{FF2B5EF4-FFF2-40B4-BE49-F238E27FC236}">
                <a16:creationId xmlns:a16="http://schemas.microsoft.com/office/drawing/2014/main" id="{3BF99D96-BD79-EC9A-8303-153B232B7D2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809" y="2696716"/>
            <a:ext cx="352614" cy="35915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1363B879-D9FF-84E8-04D4-5B19D3768E80}"/>
              </a:ext>
            </a:extLst>
          </p:cNvPr>
          <p:cNvSpPr txBox="1"/>
          <p:nvPr/>
        </p:nvSpPr>
        <p:spPr>
          <a:xfrm>
            <a:off x="136527" y="3255962"/>
            <a:ext cx="385444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Calibri"/>
                <a:cs typeface="Calibri"/>
              </a:rPr>
              <a:t>SIG é um </a:t>
            </a:r>
            <a:r>
              <a:rPr lang="en-US" sz="1200" dirty="0" err="1">
                <a:latin typeface="Calibri"/>
                <a:cs typeface="Calibri"/>
              </a:rPr>
              <a:t>sistema</a:t>
            </a:r>
            <a:r>
              <a:rPr lang="en-US" sz="1200" dirty="0">
                <a:latin typeface="Calibri"/>
                <a:cs typeface="Calibri"/>
              </a:rPr>
              <a:t> que </a:t>
            </a:r>
            <a:r>
              <a:rPr lang="en-US" sz="1200" dirty="0" err="1">
                <a:latin typeface="Calibri"/>
                <a:cs typeface="Calibri"/>
              </a:rPr>
              <a:t>processa</a:t>
            </a:r>
            <a:r>
              <a:rPr lang="en-US" sz="1200" dirty="0">
                <a:latin typeface="Calibri"/>
                <a:cs typeface="Calibri"/>
              </a:rPr>
              <a:t> dados </a:t>
            </a:r>
            <a:r>
              <a:rPr lang="en-US" sz="1200" dirty="0" err="1">
                <a:latin typeface="Calibri"/>
                <a:cs typeface="Calibri"/>
              </a:rPr>
              <a:t>gráficos</a:t>
            </a:r>
            <a:r>
              <a:rPr lang="en-US" sz="1200" dirty="0">
                <a:latin typeface="Calibri"/>
                <a:cs typeface="Calibri"/>
              </a:rPr>
              <a:t> e </a:t>
            </a:r>
            <a:r>
              <a:rPr lang="en-US" sz="1200" dirty="0" err="1">
                <a:latin typeface="Calibri"/>
                <a:cs typeface="Calibri"/>
              </a:rPr>
              <a:t>não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gráficos</a:t>
            </a:r>
            <a:r>
              <a:rPr lang="en-US" sz="1200" dirty="0">
                <a:latin typeface="Calibri"/>
                <a:cs typeface="Calibri"/>
              </a:rPr>
              <a:t> (</a:t>
            </a:r>
            <a:r>
              <a:rPr lang="en-US" sz="1200" dirty="0" err="1">
                <a:latin typeface="Calibri"/>
                <a:cs typeface="Calibri"/>
              </a:rPr>
              <a:t>alfanuméricos</a:t>
            </a:r>
            <a:r>
              <a:rPr lang="en-US" sz="1200" dirty="0">
                <a:latin typeface="Calibri"/>
                <a:cs typeface="Calibri"/>
              </a:rPr>
              <a:t>) com </a:t>
            </a:r>
            <a:r>
              <a:rPr lang="en-US" sz="1200" dirty="0" err="1">
                <a:latin typeface="Calibri"/>
                <a:cs typeface="Calibri"/>
              </a:rPr>
              <a:t>ênfase</a:t>
            </a:r>
            <a:r>
              <a:rPr lang="en-US" sz="1200" dirty="0">
                <a:latin typeface="Calibri"/>
                <a:cs typeface="Calibri"/>
              </a:rPr>
              <a:t> a </a:t>
            </a:r>
            <a:r>
              <a:rPr lang="en-US" sz="1200" dirty="0" err="1">
                <a:latin typeface="Calibri"/>
                <a:cs typeface="Calibri"/>
              </a:rPr>
              <a:t>análises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espaciais</a:t>
            </a:r>
            <a:r>
              <a:rPr lang="en-US" sz="1200" dirty="0">
                <a:latin typeface="Calibri"/>
                <a:cs typeface="Calibri"/>
              </a:rPr>
              <a:t> </a:t>
            </a:r>
            <a:endParaRPr lang="pt-BR"/>
          </a:p>
          <a:p>
            <a:r>
              <a:rPr lang="en-US" sz="1200">
                <a:latin typeface="Calibri"/>
                <a:cs typeface="Calibri"/>
              </a:rPr>
              <a:t>e </a:t>
            </a:r>
            <a:r>
              <a:rPr lang="en-US" sz="1200" dirty="0" err="1">
                <a:latin typeface="Calibri"/>
                <a:cs typeface="Calibri"/>
              </a:rPr>
              <a:t>modelagens</a:t>
            </a:r>
            <a:r>
              <a:rPr lang="en-US" sz="1200" dirty="0">
                <a:latin typeface="Calibri"/>
                <a:cs typeface="Calibri"/>
              </a:rPr>
              <a:t> de </a:t>
            </a:r>
            <a:r>
              <a:rPr lang="en-US" sz="1200" dirty="0" err="1">
                <a:latin typeface="Calibri"/>
                <a:cs typeface="Calibri"/>
              </a:rPr>
              <a:t>superfícies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r>
              <a:rPr lang="en-US" sz="1200" b="1" dirty="0" err="1">
                <a:latin typeface="Calibri"/>
                <a:cs typeface="Calibri"/>
              </a:rPr>
              <a:t>Aplicações</a:t>
            </a:r>
            <a:r>
              <a:rPr lang="en-US" sz="1200" b="1" dirty="0">
                <a:latin typeface="Calibri"/>
                <a:cs typeface="Calibri"/>
              </a:rPr>
              <a:t> de um SIG: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libri"/>
                <a:cs typeface="Calibri"/>
              </a:rPr>
              <a:t>Ferramenta para </a:t>
            </a:r>
            <a:r>
              <a:rPr lang="en-US" sz="1200" dirty="0" err="1">
                <a:latin typeface="Calibri"/>
                <a:cs typeface="Calibri"/>
              </a:rPr>
              <a:t>produção</a:t>
            </a:r>
            <a:r>
              <a:rPr lang="en-US" sz="1200" dirty="0">
                <a:latin typeface="Calibri"/>
                <a:cs typeface="Calibri"/>
              </a:rPr>
              <a:t> de </a:t>
            </a:r>
            <a:r>
              <a:rPr lang="en-US" sz="1200" dirty="0" err="1">
                <a:latin typeface="Calibri"/>
                <a:cs typeface="Calibri"/>
              </a:rPr>
              <a:t>mapas</a:t>
            </a:r>
            <a:endParaRPr lang="en-US" sz="1200">
              <a:latin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err="1">
                <a:latin typeface="Calibri"/>
                <a:cs typeface="Calibri"/>
              </a:rPr>
              <a:t>Suporte</a:t>
            </a:r>
            <a:r>
              <a:rPr lang="en-US" sz="1200" dirty="0">
                <a:latin typeface="Calibri"/>
                <a:cs typeface="Calibri"/>
              </a:rPr>
              <a:t> para </a:t>
            </a:r>
            <a:r>
              <a:rPr lang="en-US" sz="1200" err="1">
                <a:latin typeface="Calibri"/>
                <a:cs typeface="Calibri"/>
              </a:rPr>
              <a:t>análise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err="1">
                <a:latin typeface="Calibri"/>
                <a:cs typeface="Calibri"/>
              </a:rPr>
              <a:t>espacial</a:t>
            </a:r>
            <a:r>
              <a:rPr lang="en-US" sz="1200" dirty="0">
                <a:latin typeface="Calibri"/>
                <a:cs typeface="Calibri"/>
              </a:rPr>
              <a:t> de </a:t>
            </a:r>
            <a:r>
              <a:rPr lang="en-US" sz="1200" err="1">
                <a:latin typeface="Calibri"/>
                <a:cs typeface="Calibri"/>
              </a:rPr>
              <a:t>fenômenos</a:t>
            </a:r>
            <a:endParaRPr lang="en-US" sz="1200" dirty="0" err="1">
              <a:latin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latin typeface="Calibri"/>
                <a:cs typeface="Calibri"/>
              </a:rPr>
              <a:t>Banco de dados </a:t>
            </a:r>
            <a:r>
              <a:rPr lang="en-US" sz="1200" dirty="0" err="1">
                <a:latin typeface="Calibri"/>
                <a:cs typeface="Calibri"/>
              </a:rPr>
              <a:t>geográficos</a:t>
            </a:r>
            <a:r>
              <a:rPr lang="en-US" sz="1200" dirty="0">
                <a:latin typeface="Calibri"/>
                <a:cs typeface="Calibri"/>
              </a:rPr>
              <a:t>, com </a:t>
            </a:r>
            <a:r>
              <a:rPr lang="en-US" sz="1200" dirty="0" err="1">
                <a:latin typeface="Calibri"/>
                <a:cs typeface="Calibri"/>
              </a:rPr>
              <a:t>funções</a:t>
            </a:r>
            <a:r>
              <a:rPr lang="en-US" sz="1200" dirty="0">
                <a:latin typeface="Calibri"/>
                <a:cs typeface="Calibri"/>
              </a:rPr>
              <a:t> de </a:t>
            </a:r>
            <a:r>
              <a:rPr lang="en-US" sz="1200" dirty="0" err="1">
                <a:latin typeface="Calibri"/>
                <a:cs typeface="Calibri"/>
              </a:rPr>
              <a:t>armazenamento</a:t>
            </a:r>
            <a:r>
              <a:rPr lang="en-US" sz="1200" dirty="0">
                <a:latin typeface="Calibri"/>
                <a:cs typeface="Calibri"/>
              </a:rPr>
              <a:t> e </a:t>
            </a:r>
            <a:r>
              <a:rPr lang="en-US" sz="1200" dirty="0" err="1">
                <a:latin typeface="Calibri"/>
                <a:cs typeface="Calibri"/>
              </a:rPr>
              <a:t>recuperação</a:t>
            </a:r>
            <a:r>
              <a:rPr lang="en-US" sz="1200" dirty="0">
                <a:latin typeface="Calibri"/>
                <a:cs typeface="Calibri"/>
              </a:rPr>
              <a:t> de </a:t>
            </a:r>
            <a:r>
              <a:rPr lang="en-US" sz="1200" dirty="0" err="1">
                <a:latin typeface="Calibri"/>
                <a:cs typeface="Calibri"/>
              </a:rPr>
              <a:t>informação</a:t>
            </a:r>
            <a:r>
              <a:rPr lang="en-US" sz="1200" dirty="0">
                <a:latin typeface="Calibri"/>
                <a:cs typeface="Calibri"/>
              </a:rPr>
              <a:t> </a:t>
            </a:r>
            <a:r>
              <a:rPr lang="en-US" sz="1200" dirty="0" err="1">
                <a:latin typeface="Calibri"/>
                <a:cs typeface="Calibri"/>
              </a:rPr>
              <a:t>espacial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19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683568" y="1214051"/>
            <a:ext cx="3681931" cy="2764687"/>
          </a:xfrm>
          <a:prstGeom prst="rect">
            <a:avLst/>
          </a:prstGeom>
          <a:solidFill>
            <a:schemeClr val="accent2">
              <a:lumMod val="60000"/>
              <a:lumOff val="40000"/>
              <a:alpha val="2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/>
          <p:cNvSpPr/>
          <p:nvPr/>
        </p:nvSpPr>
        <p:spPr>
          <a:xfrm>
            <a:off x="4363234" y="1214050"/>
            <a:ext cx="3681931" cy="2764687"/>
          </a:xfrm>
          <a:prstGeom prst="rect">
            <a:avLst/>
          </a:prstGeom>
          <a:solidFill>
            <a:schemeClr val="bg1">
              <a:lumMod val="65000"/>
              <a:alpha val="2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1403648" y="51470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Geoprocessamento e Gestão territorial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081744" y="530761"/>
            <a:ext cx="254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Tudo está interligado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160559" y="4137342"/>
            <a:ext cx="70757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/>
              <a:t>“As </a:t>
            </a:r>
            <a:r>
              <a:rPr lang="pt-BR" sz="1200" b="1"/>
              <a:t>políticas públicas e as ações para a conservação </a:t>
            </a:r>
            <a:r>
              <a:rPr lang="pt-BR" sz="1200"/>
              <a:t>devem estar interligadas e incluir, sistematicamente, em seus </a:t>
            </a:r>
            <a:r>
              <a:rPr lang="pt-BR" sz="1200" b="1"/>
              <a:t>processos de planejamento e execução </a:t>
            </a:r>
            <a:r>
              <a:rPr lang="pt-BR" sz="1200"/>
              <a:t>os fundamentos ecológicos, econômicos e socioambientais, e atender aos compromissos internacionais para </a:t>
            </a:r>
            <a:r>
              <a:rPr lang="pt-BR" sz="1200" b="1"/>
              <a:t>cuidar do meio ambiente</a:t>
            </a:r>
            <a:r>
              <a:rPr lang="pt-BR" sz="1200"/>
              <a:t>.”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0" y="4881890"/>
            <a:ext cx="59766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/>
              <a:t>17 ODS, 2015 - Objetivos de Desenvolvimento Sustentável, Agenda 2030 da ONU</a:t>
            </a:r>
          </a:p>
        </p:txBody>
      </p:sp>
      <p:cxnSp>
        <p:nvCxnSpPr>
          <p:cNvPr id="18" name="Conector reto 17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o 26"/>
          <p:cNvGrpSpPr/>
          <p:nvPr/>
        </p:nvGrpSpPr>
        <p:grpSpPr>
          <a:xfrm>
            <a:off x="5855813" y="1338496"/>
            <a:ext cx="2097756" cy="2395136"/>
            <a:chOff x="1754164" y="1112718"/>
            <a:chExt cx="2097756" cy="2395136"/>
          </a:xfrm>
        </p:grpSpPr>
        <p:sp>
          <p:nvSpPr>
            <p:cNvPr id="6" name="CaixaDeTexto 5"/>
            <p:cNvSpPr txBox="1"/>
            <p:nvPr/>
          </p:nvSpPr>
          <p:spPr>
            <a:xfrm>
              <a:off x="1928625" y="2292938"/>
              <a:ext cx="16991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/>
                <a:t>Uso sustentável dos recursos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1848477" y="3169300"/>
              <a:ext cx="18594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/>
                <a:t>Qualidade de vida</a:t>
              </a: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1928625" y="1648421"/>
              <a:ext cx="16991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/>
                <a:t>Proteção às espécies</a:t>
              </a:r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754164" y="1112718"/>
              <a:ext cx="2097756" cy="33855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/>
                <a:t>Gestão socioambiental</a:t>
              </a:r>
            </a:p>
          </p:txBody>
        </p:sp>
      </p:grpSp>
      <p:grpSp>
        <p:nvGrpSpPr>
          <p:cNvPr id="28" name="Grupo 27"/>
          <p:cNvGrpSpPr/>
          <p:nvPr/>
        </p:nvGrpSpPr>
        <p:grpSpPr>
          <a:xfrm>
            <a:off x="700349" y="1327048"/>
            <a:ext cx="2090584" cy="2436079"/>
            <a:chOff x="6948264" y="1111024"/>
            <a:chExt cx="2090584" cy="2436079"/>
          </a:xfrm>
        </p:grpSpPr>
        <p:sp>
          <p:nvSpPr>
            <p:cNvPr id="9" name="CaixaDeTexto 8"/>
            <p:cNvSpPr txBox="1"/>
            <p:nvPr/>
          </p:nvSpPr>
          <p:spPr>
            <a:xfrm>
              <a:off x="6948264" y="3208549"/>
              <a:ext cx="20905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Mudanças climáticas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7191049" y="2434697"/>
              <a:ext cx="15841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Degradação ambiental</a:t>
              </a: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7063842" y="1667293"/>
              <a:ext cx="18594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Espécies ameaçadas de extinção</a:t>
              </a: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7025140" y="1111024"/>
              <a:ext cx="1936829" cy="3385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Problemas globais</a:t>
              </a:r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2627784" y="1026820"/>
            <a:ext cx="3494510" cy="3043321"/>
            <a:chOff x="1009558" y="1603239"/>
            <a:chExt cx="3494510" cy="3043321"/>
          </a:xfrm>
        </p:grpSpPr>
        <p:sp>
          <p:nvSpPr>
            <p:cNvPr id="31" name="Elipse 30"/>
            <p:cNvSpPr/>
            <p:nvPr/>
          </p:nvSpPr>
          <p:spPr>
            <a:xfrm>
              <a:off x="1484863" y="1948356"/>
              <a:ext cx="2570583" cy="2509253"/>
            </a:xfrm>
            <a:prstGeom prst="ellipse">
              <a:avLst/>
            </a:prstGeom>
            <a:solidFill>
              <a:srgbClr val="000000">
                <a:alpha val="2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32" name="Grupo 31"/>
            <p:cNvGrpSpPr/>
            <p:nvPr/>
          </p:nvGrpSpPr>
          <p:grpSpPr>
            <a:xfrm>
              <a:off x="1009558" y="1603239"/>
              <a:ext cx="3494510" cy="3043321"/>
              <a:chOff x="3084020" y="1125203"/>
              <a:chExt cx="2938052" cy="2843835"/>
            </a:xfrm>
          </p:grpSpPr>
          <p:graphicFrame>
            <p:nvGraphicFramePr>
              <p:cNvPr id="33" name="Diagrama 32"/>
              <p:cNvGraphicFramePr/>
              <p:nvPr>
                <p:extLst>
                  <p:ext uri="{D42A27DB-BD31-4B8C-83A1-F6EECF244321}">
                    <p14:modId xmlns:p14="http://schemas.microsoft.com/office/powerpoint/2010/main" val="1175005148"/>
                  </p:ext>
                </p:extLst>
              </p:nvPr>
            </p:nvGraphicFramePr>
            <p:xfrm>
              <a:off x="3084020" y="1125203"/>
              <a:ext cx="2938052" cy="284383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sp>
            <p:nvSpPr>
              <p:cNvPr id="34" name="CaixaDeTexto 33"/>
              <p:cNvSpPr txBox="1"/>
              <p:nvPr/>
            </p:nvSpPr>
            <p:spPr>
              <a:xfrm>
                <a:off x="3679473" y="2491831"/>
                <a:ext cx="1747146" cy="294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Meio ambiente</a:t>
                </a:r>
              </a:p>
            </p:txBody>
          </p:sp>
        </p:grpSp>
      </p:grpSp>
      <p:pic>
        <p:nvPicPr>
          <p:cNvPr id="35" name="Imagem 34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339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/>
        </p:nvSpPr>
        <p:spPr>
          <a:xfrm>
            <a:off x="4364114" y="1214050"/>
            <a:ext cx="3681931" cy="2764687"/>
          </a:xfrm>
          <a:prstGeom prst="rect">
            <a:avLst/>
          </a:prstGeom>
          <a:solidFill>
            <a:schemeClr val="bg1">
              <a:lumMod val="65000"/>
              <a:alpha val="2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684448" y="1214051"/>
            <a:ext cx="3681931" cy="2764687"/>
          </a:xfrm>
          <a:prstGeom prst="rect">
            <a:avLst/>
          </a:prstGeom>
          <a:solidFill>
            <a:schemeClr val="accent2">
              <a:lumMod val="60000"/>
              <a:lumOff val="40000"/>
              <a:alpha val="2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9" name="Grupo 48"/>
          <p:cNvGrpSpPr/>
          <p:nvPr/>
        </p:nvGrpSpPr>
        <p:grpSpPr>
          <a:xfrm>
            <a:off x="2628664" y="1026820"/>
            <a:ext cx="3494510" cy="3043321"/>
            <a:chOff x="1009558" y="1603239"/>
            <a:chExt cx="3494510" cy="3043321"/>
          </a:xfrm>
        </p:grpSpPr>
        <p:sp>
          <p:nvSpPr>
            <p:cNvPr id="51" name="Elipse 50"/>
            <p:cNvSpPr/>
            <p:nvPr/>
          </p:nvSpPr>
          <p:spPr>
            <a:xfrm>
              <a:off x="1484863" y="1948356"/>
              <a:ext cx="2570583" cy="2509253"/>
            </a:xfrm>
            <a:prstGeom prst="ellipse">
              <a:avLst/>
            </a:prstGeom>
            <a:solidFill>
              <a:srgbClr val="000000">
                <a:alpha val="2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52" name="Grupo 51"/>
            <p:cNvGrpSpPr/>
            <p:nvPr/>
          </p:nvGrpSpPr>
          <p:grpSpPr>
            <a:xfrm>
              <a:off x="1009558" y="1603239"/>
              <a:ext cx="3494510" cy="3043321"/>
              <a:chOff x="3084020" y="1125203"/>
              <a:chExt cx="2938052" cy="2843835"/>
            </a:xfrm>
          </p:grpSpPr>
          <p:graphicFrame>
            <p:nvGraphicFramePr>
              <p:cNvPr id="53" name="Diagrama 52"/>
              <p:cNvGraphicFramePr/>
              <p:nvPr>
                <p:extLst>
                  <p:ext uri="{D42A27DB-BD31-4B8C-83A1-F6EECF244321}">
                    <p14:modId xmlns:p14="http://schemas.microsoft.com/office/powerpoint/2010/main" val="1081595292"/>
                  </p:ext>
                </p:extLst>
              </p:nvPr>
            </p:nvGraphicFramePr>
            <p:xfrm>
              <a:off x="3084020" y="1125203"/>
              <a:ext cx="2938052" cy="284383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sp>
            <p:nvSpPr>
              <p:cNvPr id="54" name="CaixaDeTexto 53"/>
              <p:cNvSpPr txBox="1"/>
              <p:nvPr/>
            </p:nvSpPr>
            <p:spPr>
              <a:xfrm>
                <a:off x="3679473" y="2491831"/>
                <a:ext cx="1747146" cy="294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Meio ambiente</a:t>
                </a:r>
              </a:p>
            </p:txBody>
          </p:sp>
        </p:grpSp>
      </p:grpSp>
      <p:sp>
        <p:nvSpPr>
          <p:cNvPr id="4" name="CaixaDeTexto 3"/>
          <p:cNvSpPr txBox="1"/>
          <p:nvPr/>
        </p:nvSpPr>
        <p:spPr>
          <a:xfrm>
            <a:off x="1403648" y="51470"/>
            <a:ext cx="525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Geoprocessamento e Gestão territorial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082624" y="530761"/>
            <a:ext cx="254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Tudo está interligado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0" y="4881890"/>
            <a:ext cx="59766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>
                <a:solidFill>
                  <a:schemeClr val="bg1">
                    <a:lumMod val="75000"/>
                  </a:schemeClr>
                </a:solidFill>
              </a:rPr>
              <a:t>17 ODS, 2015 - Objetivos de Desenvolvimento Sustentável, Agenda 2030 da ONU</a:t>
            </a:r>
          </a:p>
        </p:txBody>
      </p:sp>
      <p:cxnSp>
        <p:nvCxnSpPr>
          <p:cNvPr id="18" name="Conector reto 17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o 26"/>
          <p:cNvGrpSpPr/>
          <p:nvPr/>
        </p:nvGrpSpPr>
        <p:grpSpPr>
          <a:xfrm>
            <a:off x="5856693" y="1338496"/>
            <a:ext cx="2097756" cy="2395136"/>
            <a:chOff x="1754164" y="1112718"/>
            <a:chExt cx="2097756" cy="2395136"/>
          </a:xfrm>
        </p:grpSpPr>
        <p:sp>
          <p:nvSpPr>
            <p:cNvPr id="6" name="CaixaDeTexto 5"/>
            <p:cNvSpPr txBox="1"/>
            <p:nvPr/>
          </p:nvSpPr>
          <p:spPr>
            <a:xfrm>
              <a:off x="1928625" y="2292938"/>
              <a:ext cx="16991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bg1">
                      <a:lumMod val="65000"/>
                    </a:schemeClr>
                  </a:solidFill>
                </a:rPr>
                <a:t>Uso sustentável dos recursos</a:t>
              </a: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1848477" y="3169300"/>
              <a:ext cx="18594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bg1">
                      <a:lumMod val="65000"/>
                    </a:schemeClr>
                  </a:solidFill>
                </a:rPr>
                <a:t>Qualidade de vida</a:t>
              </a: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1928625" y="1648421"/>
              <a:ext cx="16991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bg1">
                      <a:lumMod val="65000"/>
                    </a:schemeClr>
                  </a:solidFill>
                </a:rPr>
                <a:t>Proteção às espécies</a:t>
              </a:r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1754164" y="1112718"/>
              <a:ext cx="2097756" cy="33855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bg1">
                      <a:lumMod val="65000"/>
                    </a:schemeClr>
                  </a:solidFill>
                </a:rPr>
                <a:t>Gestão socioambiental</a:t>
              </a:r>
            </a:p>
          </p:txBody>
        </p:sp>
      </p:grpSp>
      <p:grpSp>
        <p:nvGrpSpPr>
          <p:cNvPr id="28" name="Grupo 27"/>
          <p:cNvGrpSpPr/>
          <p:nvPr/>
        </p:nvGrpSpPr>
        <p:grpSpPr>
          <a:xfrm>
            <a:off x="701229" y="1327048"/>
            <a:ext cx="2090584" cy="2436079"/>
            <a:chOff x="6948264" y="1111024"/>
            <a:chExt cx="2090584" cy="2436079"/>
          </a:xfrm>
        </p:grpSpPr>
        <p:sp>
          <p:nvSpPr>
            <p:cNvPr id="9" name="CaixaDeTexto 8"/>
            <p:cNvSpPr txBox="1"/>
            <p:nvPr/>
          </p:nvSpPr>
          <p:spPr>
            <a:xfrm>
              <a:off x="6948264" y="3208549"/>
              <a:ext cx="20905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bg1">
                      <a:lumMod val="65000"/>
                    </a:schemeClr>
                  </a:solidFill>
                </a:rPr>
                <a:t>Mudanças climáticas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7191049" y="2434697"/>
              <a:ext cx="15841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bg1">
                      <a:lumMod val="65000"/>
                    </a:schemeClr>
                  </a:solidFill>
                </a:rPr>
                <a:t>Degradação ambiental</a:t>
              </a: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7063842" y="1667293"/>
              <a:ext cx="18594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bg1">
                      <a:lumMod val="65000"/>
                    </a:schemeClr>
                  </a:solidFill>
                </a:rPr>
                <a:t>Espécies ameaçadas de extinção</a:t>
              </a: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7025140" y="1111024"/>
              <a:ext cx="1936829" cy="3385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>
                  <a:solidFill>
                    <a:schemeClr val="bg1">
                      <a:lumMod val="65000"/>
                    </a:schemeClr>
                  </a:solidFill>
                </a:rPr>
                <a:t>Problemas globais</a:t>
              </a:r>
            </a:p>
          </p:txBody>
        </p:sp>
      </p:grpSp>
      <p:sp>
        <p:nvSpPr>
          <p:cNvPr id="31" name="CaixaDeTexto 30"/>
          <p:cNvSpPr txBox="1"/>
          <p:nvPr/>
        </p:nvSpPr>
        <p:spPr>
          <a:xfrm>
            <a:off x="6197761" y="649086"/>
            <a:ext cx="294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Tudo pode ser espacializado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655" y="552647"/>
            <a:ext cx="577537" cy="614558"/>
          </a:xfrm>
          <a:prstGeom prst="rect">
            <a:avLst/>
          </a:prstGeom>
        </p:spPr>
      </p:pic>
      <p:grpSp>
        <p:nvGrpSpPr>
          <p:cNvPr id="11" name="Grupo 10"/>
          <p:cNvGrpSpPr/>
          <p:nvPr/>
        </p:nvGrpSpPr>
        <p:grpSpPr>
          <a:xfrm>
            <a:off x="4140832" y="828318"/>
            <a:ext cx="1542014" cy="444021"/>
            <a:chOff x="4091276" y="1008763"/>
            <a:chExt cx="1542014" cy="444021"/>
          </a:xfrm>
        </p:grpSpPr>
        <p:sp>
          <p:nvSpPr>
            <p:cNvPr id="36" name="CaixaDeTexto 35"/>
            <p:cNvSpPr txBox="1"/>
            <p:nvPr/>
          </p:nvSpPr>
          <p:spPr>
            <a:xfrm>
              <a:off x="4146595" y="1146317"/>
              <a:ext cx="1486695" cy="30646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/>
                <a:t>Distribuição de spp.</a:t>
              </a:r>
            </a:p>
          </p:txBody>
        </p:sp>
        <p:pic>
          <p:nvPicPr>
            <p:cNvPr id="30" name="Imagem 29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276" y="1008763"/>
              <a:ext cx="271331" cy="383254"/>
            </a:xfrm>
            <a:prstGeom prst="rect">
              <a:avLst/>
            </a:prstGeom>
          </p:spPr>
        </p:pic>
      </p:grpSp>
      <p:grpSp>
        <p:nvGrpSpPr>
          <p:cNvPr id="37" name="Grupo 36"/>
          <p:cNvGrpSpPr/>
          <p:nvPr/>
        </p:nvGrpSpPr>
        <p:grpSpPr>
          <a:xfrm>
            <a:off x="5319609" y="1619124"/>
            <a:ext cx="1306007" cy="440466"/>
            <a:chOff x="4080437" y="1012318"/>
            <a:chExt cx="1306007" cy="440466"/>
          </a:xfrm>
        </p:grpSpPr>
        <p:sp>
          <p:nvSpPr>
            <p:cNvPr id="38" name="CaixaDeTexto 37"/>
            <p:cNvSpPr txBox="1"/>
            <p:nvPr/>
          </p:nvSpPr>
          <p:spPr>
            <a:xfrm>
              <a:off x="4146595" y="1146317"/>
              <a:ext cx="1239849" cy="30646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/>
                <a:t> Áreas sensíveis</a:t>
              </a:r>
            </a:p>
          </p:txBody>
        </p:sp>
        <p:pic>
          <p:nvPicPr>
            <p:cNvPr id="39" name="Imagem 3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0437" y="1012318"/>
              <a:ext cx="271331" cy="383254"/>
            </a:xfrm>
            <a:prstGeom prst="rect">
              <a:avLst/>
            </a:prstGeom>
          </p:spPr>
        </p:pic>
      </p:grpSp>
      <p:grpSp>
        <p:nvGrpSpPr>
          <p:cNvPr id="40" name="Grupo 39"/>
          <p:cNvGrpSpPr/>
          <p:nvPr/>
        </p:nvGrpSpPr>
        <p:grpSpPr>
          <a:xfrm>
            <a:off x="4948730" y="2931790"/>
            <a:ext cx="1997039" cy="441622"/>
            <a:chOff x="4113135" y="1025287"/>
            <a:chExt cx="1917175" cy="441622"/>
          </a:xfrm>
        </p:grpSpPr>
        <p:sp>
          <p:nvSpPr>
            <p:cNvPr id="41" name="CaixaDeTexto 40"/>
            <p:cNvSpPr txBox="1"/>
            <p:nvPr/>
          </p:nvSpPr>
          <p:spPr>
            <a:xfrm>
              <a:off x="4172060" y="1160442"/>
              <a:ext cx="1858250" cy="30646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/>
                <a:t>Mapeamento populacional</a:t>
              </a:r>
            </a:p>
          </p:txBody>
        </p:sp>
        <p:pic>
          <p:nvPicPr>
            <p:cNvPr id="42" name="Imagem 41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3135" y="1025287"/>
              <a:ext cx="271331" cy="383254"/>
            </a:xfrm>
            <a:prstGeom prst="rect">
              <a:avLst/>
            </a:prstGeom>
          </p:spPr>
        </p:pic>
      </p:grpSp>
      <p:grpSp>
        <p:nvGrpSpPr>
          <p:cNvPr id="43" name="Grupo 42"/>
          <p:cNvGrpSpPr/>
          <p:nvPr/>
        </p:nvGrpSpPr>
        <p:grpSpPr>
          <a:xfrm>
            <a:off x="2844688" y="1563638"/>
            <a:ext cx="1755577" cy="444021"/>
            <a:chOff x="4091276" y="1008763"/>
            <a:chExt cx="1755577" cy="444021"/>
          </a:xfrm>
        </p:grpSpPr>
        <p:sp>
          <p:nvSpPr>
            <p:cNvPr id="44" name="CaixaDeTexto 43"/>
            <p:cNvSpPr txBox="1"/>
            <p:nvPr/>
          </p:nvSpPr>
          <p:spPr>
            <a:xfrm>
              <a:off x="4146595" y="1146317"/>
              <a:ext cx="1700258" cy="30646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/>
                <a:t>Atividades extrativistas</a:t>
              </a:r>
            </a:p>
          </p:txBody>
        </p:sp>
        <p:pic>
          <p:nvPicPr>
            <p:cNvPr id="45" name="Imagem 4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276" y="1008763"/>
              <a:ext cx="271331" cy="383254"/>
            </a:xfrm>
            <a:prstGeom prst="rect">
              <a:avLst/>
            </a:prstGeom>
          </p:spPr>
        </p:pic>
      </p:grpSp>
      <p:grpSp>
        <p:nvGrpSpPr>
          <p:cNvPr id="46" name="Grupo 45"/>
          <p:cNvGrpSpPr/>
          <p:nvPr/>
        </p:nvGrpSpPr>
        <p:grpSpPr>
          <a:xfrm>
            <a:off x="3184769" y="2925085"/>
            <a:ext cx="1464515" cy="444021"/>
            <a:chOff x="4091276" y="1008763"/>
            <a:chExt cx="1464515" cy="444021"/>
          </a:xfrm>
        </p:grpSpPr>
        <p:sp>
          <p:nvSpPr>
            <p:cNvPr id="47" name="CaixaDeTexto 46"/>
            <p:cNvSpPr txBox="1"/>
            <p:nvPr/>
          </p:nvSpPr>
          <p:spPr>
            <a:xfrm>
              <a:off x="4146595" y="1146317"/>
              <a:ext cx="1409196" cy="30646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/>
                <a:t>Empreendimentos</a:t>
              </a:r>
            </a:p>
          </p:txBody>
        </p:sp>
        <p:pic>
          <p:nvPicPr>
            <p:cNvPr id="48" name="Imagem 4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276" y="1008763"/>
              <a:ext cx="271331" cy="383254"/>
            </a:xfrm>
            <a:prstGeom prst="rect">
              <a:avLst/>
            </a:prstGeom>
          </p:spPr>
        </p:pic>
      </p:grpSp>
      <p:pic>
        <p:nvPicPr>
          <p:cNvPr id="55" name="Imagem 54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6" name="Retângulo 55"/>
          <p:cNvSpPr/>
          <p:nvPr/>
        </p:nvSpPr>
        <p:spPr>
          <a:xfrm>
            <a:off x="160559" y="4137342"/>
            <a:ext cx="70757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>
                <a:solidFill>
                  <a:schemeClr val="bg1">
                    <a:lumMod val="75000"/>
                  </a:schemeClr>
                </a:solidFill>
              </a:rPr>
              <a:t>“As </a:t>
            </a:r>
            <a:r>
              <a:rPr lang="pt-BR" sz="1200" b="1">
                <a:solidFill>
                  <a:schemeClr val="bg1">
                    <a:lumMod val="75000"/>
                  </a:schemeClr>
                </a:solidFill>
              </a:rPr>
              <a:t>políticas públicas e as ações para a conservação </a:t>
            </a:r>
            <a:r>
              <a:rPr lang="pt-BR" sz="1200">
                <a:solidFill>
                  <a:schemeClr val="bg1">
                    <a:lumMod val="75000"/>
                  </a:schemeClr>
                </a:solidFill>
              </a:rPr>
              <a:t>devem estar interligadas e incluir, sistematicamente, em seus </a:t>
            </a:r>
            <a:r>
              <a:rPr lang="pt-BR" sz="1200" b="1">
                <a:solidFill>
                  <a:schemeClr val="bg1">
                    <a:lumMod val="75000"/>
                  </a:schemeClr>
                </a:solidFill>
              </a:rPr>
              <a:t>processos de planejamento e execução </a:t>
            </a:r>
            <a:r>
              <a:rPr lang="pt-BR" sz="1200">
                <a:solidFill>
                  <a:schemeClr val="bg1">
                    <a:lumMod val="75000"/>
                  </a:schemeClr>
                </a:solidFill>
              </a:rPr>
              <a:t>os fundamentos ecológicos, econômicos e socioambientais, e atender aos compromissos internacionais para </a:t>
            </a:r>
            <a:r>
              <a:rPr lang="pt-BR" sz="1200" b="1">
                <a:solidFill>
                  <a:schemeClr val="bg1">
                    <a:lumMod val="75000"/>
                  </a:schemeClr>
                </a:solidFill>
              </a:rPr>
              <a:t>cuidar do meio ambiente</a:t>
            </a:r>
            <a:r>
              <a:rPr lang="pt-BR" sz="1200">
                <a:solidFill>
                  <a:schemeClr val="bg1">
                    <a:lumMod val="75000"/>
                  </a:schemeClr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6436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403648" y="51470"/>
            <a:ext cx="468052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Gestão territorial da Paisagem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51520" y="618242"/>
            <a:ext cx="5658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/>
              <a:t>Aplicações de SIG na gestão de Unidades de Conservação </a:t>
            </a:r>
          </a:p>
        </p:txBody>
      </p:sp>
      <p:sp>
        <p:nvSpPr>
          <p:cNvPr id="10" name="Retângulo 9"/>
          <p:cNvSpPr/>
          <p:nvPr/>
        </p:nvSpPr>
        <p:spPr>
          <a:xfrm>
            <a:off x="0" y="4881890"/>
            <a:ext cx="29158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err="1"/>
              <a:t>Britez</a:t>
            </a:r>
            <a:r>
              <a:rPr lang="pt-BR" sz="900"/>
              <a:t> 2023; SNUC Lei n° 9985/2000</a:t>
            </a:r>
          </a:p>
        </p:txBody>
      </p:sp>
      <p:cxnSp>
        <p:nvCxnSpPr>
          <p:cNvPr id="11" name="Conector reto 10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2411760" y="1867915"/>
            <a:ext cx="280869" cy="23719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upo 38"/>
          <p:cNvGrpSpPr/>
          <p:nvPr/>
        </p:nvGrpSpPr>
        <p:grpSpPr>
          <a:xfrm>
            <a:off x="2914038" y="1508043"/>
            <a:ext cx="1962306" cy="1512571"/>
            <a:chOff x="2753710" y="1280028"/>
            <a:chExt cx="1962306" cy="1512571"/>
          </a:xfrm>
        </p:grpSpPr>
        <p:pic>
          <p:nvPicPr>
            <p:cNvPr id="8" name="Imagem 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" r="26424"/>
            <a:stretch/>
          </p:blipFill>
          <p:spPr>
            <a:xfrm>
              <a:off x="2753710" y="1280028"/>
              <a:ext cx="1962306" cy="1512571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6" name="Retângulo 15"/>
            <p:cNvSpPr/>
            <p:nvPr/>
          </p:nvSpPr>
          <p:spPr>
            <a:xfrm>
              <a:off x="3995936" y="1851267"/>
              <a:ext cx="365295" cy="36044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341784" y="1203598"/>
            <a:ext cx="1977670" cy="2078383"/>
            <a:chOff x="341784" y="1285455"/>
            <a:chExt cx="1977670" cy="2078383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784" y="1285455"/>
              <a:ext cx="1872208" cy="2078383"/>
            </a:xfrm>
            <a:prstGeom prst="rect">
              <a:avLst/>
            </a:prstGeom>
          </p:spPr>
        </p:pic>
        <p:sp>
          <p:nvSpPr>
            <p:cNvPr id="17" name="Retângulo 16"/>
            <p:cNvSpPr/>
            <p:nvPr/>
          </p:nvSpPr>
          <p:spPr>
            <a:xfrm>
              <a:off x="1777130" y="2126717"/>
              <a:ext cx="237133" cy="19785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961926" y="2322689"/>
              <a:ext cx="135752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00"/>
                <a:t>PARNA Serra do Itajaí</a:t>
              </a: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6069987" y="2575891"/>
            <a:ext cx="1430488" cy="1122463"/>
            <a:chOff x="5920109" y="0"/>
            <a:chExt cx="1430488" cy="1122463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0109" y="49597"/>
              <a:ext cx="1430488" cy="107286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9" name="Retângulo 18"/>
            <p:cNvSpPr/>
            <p:nvPr/>
          </p:nvSpPr>
          <p:spPr>
            <a:xfrm>
              <a:off x="5952548" y="0"/>
              <a:ext cx="135752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000"/>
                <a:t>Espécies ameaçadas</a:t>
              </a:r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6066108" y="314334"/>
            <a:ext cx="1415357" cy="1106071"/>
            <a:chOff x="5926997" y="1105639"/>
            <a:chExt cx="1415357" cy="1106071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628"/>
            <a:stretch/>
          </p:blipFill>
          <p:spPr>
            <a:xfrm>
              <a:off x="5926997" y="1155415"/>
              <a:ext cx="1415357" cy="105629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20" name="Retângulo 19"/>
            <p:cNvSpPr/>
            <p:nvPr/>
          </p:nvSpPr>
          <p:spPr>
            <a:xfrm>
              <a:off x="5952548" y="1105639"/>
              <a:ext cx="135752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000"/>
                <a:t>Uso da terra</a:t>
              </a: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6066108" y="1433522"/>
            <a:ext cx="1426554" cy="1116244"/>
            <a:chOff x="5924994" y="2211710"/>
            <a:chExt cx="1426554" cy="1116244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79"/>
            <a:stretch/>
          </p:blipFill>
          <p:spPr>
            <a:xfrm>
              <a:off x="5924994" y="2257244"/>
              <a:ext cx="1426554" cy="107071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21" name="Retângulo 20"/>
            <p:cNvSpPr/>
            <p:nvPr/>
          </p:nvSpPr>
          <p:spPr>
            <a:xfrm>
              <a:off x="5964991" y="2211710"/>
              <a:ext cx="135752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000">
                  <a:solidFill>
                    <a:schemeClr val="bg1">
                      <a:lumMod val="95000"/>
                    </a:schemeClr>
                  </a:solidFill>
                </a:rPr>
                <a:t>Lazer/ecoturismo</a:t>
              </a:r>
            </a:p>
          </p:txBody>
        </p:sp>
      </p:grpSp>
      <p:sp>
        <p:nvSpPr>
          <p:cNvPr id="28" name="Seta para a direita 27"/>
          <p:cNvSpPr/>
          <p:nvPr/>
        </p:nvSpPr>
        <p:spPr>
          <a:xfrm>
            <a:off x="5148064" y="1863326"/>
            <a:ext cx="280869" cy="23719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5" name="Grupo 44"/>
          <p:cNvGrpSpPr/>
          <p:nvPr/>
        </p:nvGrpSpPr>
        <p:grpSpPr>
          <a:xfrm>
            <a:off x="2716104" y="1092731"/>
            <a:ext cx="2503968" cy="326891"/>
            <a:chOff x="2065719" y="965914"/>
            <a:chExt cx="2503968" cy="326891"/>
          </a:xfrm>
        </p:grpSpPr>
        <p:sp>
          <p:nvSpPr>
            <p:cNvPr id="41" name="Seta para a direita 40"/>
            <p:cNvSpPr/>
            <p:nvPr/>
          </p:nvSpPr>
          <p:spPr>
            <a:xfrm>
              <a:off x="2065719" y="1116502"/>
              <a:ext cx="2503968" cy="176303"/>
            </a:xfrm>
            <a:prstGeom prst="rightArrow">
              <a:avLst>
                <a:gd name="adj1" fmla="val 2902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 42"/>
            <p:cNvSpPr/>
            <p:nvPr/>
          </p:nvSpPr>
          <p:spPr>
            <a:xfrm>
              <a:off x="2769487" y="965914"/>
              <a:ext cx="105731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Escala fina</a:t>
              </a:r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7523858" y="377478"/>
            <a:ext cx="1584646" cy="4248472"/>
            <a:chOff x="7421170" y="195486"/>
            <a:chExt cx="1687334" cy="4134653"/>
          </a:xfrm>
        </p:grpSpPr>
        <p:grpSp>
          <p:nvGrpSpPr>
            <p:cNvPr id="37" name="Grupo 36"/>
            <p:cNvGrpSpPr/>
            <p:nvPr/>
          </p:nvGrpSpPr>
          <p:grpSpPr>
            <a:xfrm>
              <a:off x="7421170" y="195486"/>
              <a:ext cx="1687334" cy="3600400"/>
              <a:chOff x="7421170" y="195486"/>
              <a:chExt cx="1687334" cy="3600400"/>
            </a:xfrm>
          </p:grpSpPr>
          <p:sp>
            <p:nvSpPr>
              <p:cNvPr id="35" name="Seta para baixo 34"/>
              <p:cNvSpPr/>
              <p:nvPr/>
            </p:nvSpPr>
            <p:spPr>
              <a:xfrm>
                <a:off x="7421170" y="195486"/>
                <a:ext cx="1687334" cy="3600400"/>
              </a:xfrm>
              <a:prstGeom prst="downArrow">
                <a:avLst>
                  <a:gd name="adj1" fmla="val 50000"/>
                  <a:gd name="adj2" fmla="val 41279"/>
                </a:avLst>
              </a:prstGeom>
              <a:solidFill>
                <a:srgbClr val="D0CEC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" name="Retângulo de cantos arredondados 23"/>
              <p:cNvSpPr/>
              <p:nvPr/>
            </p:nvSpPr>
            <p:spPr>
              <a:xfrm>
                <a:off x="7508908" y="2617434"/>
                <a:ext cx="1446248" cy="38636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/>
                  <a:t>Biodiversidade</a:t>
                </a:r>
              </a:p>
            </p:txBody>
          </p:sp>
          <p:sp>
            <p:nvSpPr>
              <p:cNvPr id="31" name="Retângulo de cantos arredondados 30"/>
              <p:cNvSpPr/>
              <p:nvPr/>
            </p:nvSpPr>
            <p:spPr>
              <a:xfrm>
                <a:off x="7577627" y="1476961"/>
                <a:ext cx="1341942" cy="38636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/>
                  <a:t>Uso público</a:t>
                </a:r>
              </a:p>
            </p:txBody>
          </p:sp>
          <p:sp>
            <p:nvSpPr>
              <p:cNvPr id="32" name="Retângulo de cantos arredondados 31"/>
              <p:cNvSpPr/>
              <p:nvPr/>
            </p:nvSpPr>
            <p:spPr>
              <a:xfrm>
                <a:off x="7473320" y="412465"/>
                <a:ext cx="1550555" cy="38636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/>
                  <a:t>Gestão territorial</a:t>
                </a:r>
              </a:p>
            </p:txBody>
          </p:sp>
          <p:sp>
            <p:nvSpPr>
              <p:cNvPr id="34" name="Retângulo 33"/>
              <p:cNvSpPr/>
              <p:nvPr/>
            </p:nvSpPr>
            <p:spPr>
              <a:xfrm>
                <a:off x="7426327" y="3260018"/>
                <a:ext cx="16055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/>
                  <a:t>CONSERVAÇÃO</a:t>
                </a:r>
              </a:p>
            </p:txBody>
          </p:sp>
        </p:grpSp>
        <p:sp>
          <p:nvSpPr>
            <p:cNvPr id="44" name="Retângulo 43"/>
            <p:cNvSpPr/>
            <p:nvPr/>
          </p:nvSpPr>
          <p:spPr>
            <a:xfrm>
              <a:off x="7572273" y="3776141"/>
              <a:ext cx="1357528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000"/>
                <a:t>Manejo</a:t>
              </a:r>
            </a:p>
            <a:p>
              <a:pPr algn="ctr"/>
              <a:r>
                <a:rPr lang="pt-BR" sz="1000"/>
                <a:t>Uso sustentável</a:t>
              </a:r>
            </a:p>
            <a:p>
              <a:pPr algn="ctr"/>
              <a:r>
                <a:rPr lang="pt-BR" sz="1000"/>
                <a:t>Preservação</a:t>
              </a:r>
            </a:p>
          </p:txBody>
        </p:sp>
      </p:grpSp>
      <p:grpSp>
        <p:nvGrpSpPr>
          <p:cNvPr id="47" name="Grupo 46"/>
          <p:cNvGrpSpPr/>
          <p:nvPr/>
        </p:nvGrpSpPr>
        <p:grpSpPr>
          <a:xfrm>
            <a:off x="248250" y="3551426"/>
            <a:ext cx="7197595" cy="1323439"/>
            <a:chOff x="248250" y="3408551"/>
            <a:chExt cx="7197595" cy="1323439"/>
          </a:xfrm>
        </p:grpSpPr>
        <p:sp>
          <p:nvSpPr>
            <p:cNvPr id="12" name="Retângulo 11"/>
            <p:cNvSpPr/>
            <p:nvPr/>
          </p:nvSpPr>
          <p:spPr>
            <a:xfrm>
              <a:off x="248250" y="3408551"/>
              <a:ext cx="3603670" cy="1323439"/>
            </a:xfrm>
            <a:prstGeom prst="rect">
              <a:avLst/>
            </a:prstGeom>
          </p:spPr>
          <p:txBody>
            <a:bodyPr wrap="square" lIns="91440" tIns="45720" rIns="91440" bIns="45720" numCol="1" anchor="t">
              <a:spAutoFit/>
            </a:bodyPr>
            <a:lstStyle/>
            <a:p>
              <a:r>
                <a:rPr lang="pt-BR" sz="1600" b="1" dirty="0"/>
                <a:t>Demandas espaciais nas UCs</a:t>
              </a:r>
              <a:r>
                <a:rPr lang="pt-BR" sz="1600" dirty="0"/>
                <a:t>: </a:t>
              </a:r>
            </a:p>
            <a:p>
              <a:r>
                <a:rPr lang="pt-BR" sz="1600" dirty="0"/>
                <a:t>- Atualização de limites</a:t>
              </a:r>
              <a:endParaRPr lang="pt-BR" sz="1600" dirty="0">
                <a:cs typeface="Calibri"/>
              </a:endParaRPr>
            </a:p>
            <a:p>
              <a:r>
                <a:rPr lang="pt-BR" sz="1600" dirty="0"/>
                <a:t>- Regularização fundiária</a:t>
              </a:r>
              <a:endParaRPr lang="pt-BR" sz="1600" dirty="0">
                <a:cs typeface="Calibri"/>
              </a:endParaRPr>
            </a:p>
            <a:p>
              <a:r>
                <a:rPr lang="pt-BR" sz="1600" dirty="0"/>
                <a:t>- Georreferenciamento de trilhas </a:t>
              </a:r>
              <a:endParaRPr lang="pt-BR" sz="1600" dirty="0">
                <a:cs typeface="Calibri"/>
              </a:endParaRPr>
            </a:p>
            <a:p>
              <a:r>
                <a:rPr lang="pt-BR" sz="1600" dirty="0"/>
                <a:t>- Projetos de monitoramento</a:t>
              </a:r>
              <a:endParaRPr lang="pt-BR" sz="1600" dirty="0">
                <a:cs typeface="Calibri"/>
              </a:endParaRPr>
            </a:p>
          </p:txBody>
        </p:sp>
        <p:sp>
          <p:nvSpPr>
            <p:cNvPr id="46" name="Retângulo 45"/>
            <p:cNvSpPr/>
            <p:nvPr/>
          </p:nvSpPr>
          <p:spPr>
            <a:xfrm>
              <a:off x="3419872" y="3654311"/>
              <a:ext cx="4025973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600"/>
                <a:t>- Planejamento espacial (Plano de Manejo)</a:t>
              </a:r>
            </a:p>
            <a:p>
              <a:r>
                <a:rPr lang="pt-BR" sz="1600"/>
                <a:t>- Geolocalização de empreendimentos (licenciamento ambiental)</a:t>
              </a:r>
            </a:p>
            <a:p>
              <a:r>
                <a:rPr lang="pt-BR" sz="1600"/>
                <a:t>- Manejo de espécies exóticas...</a:t>
              </a:r>
            </a:p>
          </p:txBody>
        </p:sp>
      </p:grpSp>
      <p:pic>
        <p:nvPicPr>
          <p:cNvPr id="48" name="Imagem 47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CB01DFD8-1421-831B-826A-1F68BD776462}"/>
              </a:ext>
            </a:extLst>
          </p:cNvPr>
          <p:cNvSpPr/>
          <p:nvPr/>
        </p:nvSpPr>
        <p:spPr>
          <a:xfrm>
            <a:off x="6101184" y="53984"/>
            <a:ext cx="1357528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1400" dirty="0"/>
              <a:t>CAMADAS</a:t>
            </a:r>
          </a:p>
        </p:txBody>
      </p:sp>
    </p:spTree>
    <p:extLst>
      <p:ext uri="{BB962C8B-B14F-4D97-AF65-F5344CB8AC3E}">
        <p14:creationId xmlns:p14="http://schemas.microsoft.com/office/powerpoint/2010/main" val="380794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336"/>
          <a:stretch/>
        </p:blipFill>
        <p:spPr>
          <a:xfrm>
            <a:off x="7373326" y="67464"/>
            <a:ext cx="1597998" cy="1719144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1420043" y="5147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Dados geoespaciais</a:t>
            </a:r>
          </a:p>
        </p:txBody>
      </p:sp>
      <p:cxnSp>
        <p:nvCxnSpPr>
          <p:cNvPr id="6" name="Conector reto 5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7986520" y="213312"/>
            <a:ext cx="967089" cy="3062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>
                <a:solidFill>
                  <a:schemeClr val="bg1">
                    <a:lumMod val="75000"/>
                  </a:schemeClr>
                </a:solidFill>
              </a:rPr>
              <a:t>Marabá (PA)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0" y="4881890"/>
            <a:ext cx="4786403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900" dirty="0"/>
              <a:t>Info Escola; INPE – Instituto Nacional de Pesquisas Espaciais</a:t>
            </a:r>
          </a:p>
        </p:txBody>
      </p:sp>
      <p:sp>
        <p:nvSpPr>
          <p:cNvPr id="42" name="Retângulo 41"/>
          <p:cNvSpPr/>
          <p:nvPr/>
        </p:nvSpPr>
        <p:spPr>
          <a:xfrm>
            <a:off x="5356154" y="348578"/>
            <a:ext cx="1935606" cy="9821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err="1"/>
              <a:t>Lat</a:t>
            </a:r>
            <a:r>
              <a:rPr lang="pt-BR" sz="1200"/>
              <a:t>: -5.36997 (5° 22′ 12″ S)</a:t>
            </a:r>
          </a:p>
          <a:p>
            <a:r>
              <a:rPr lang="pt-BR" sz="1200" err="1"/>
              <a:t>Long</a:t>
            </a:r>
            <a:r>
              <a:rPr lang="pt-BR" sz="1200"/>
              <a:t>: -49.1169 (49° 7′ 1″ O)</a:t>
            </a:r>
          </a:p>
          <a:p>
            <a:r>
              <a:rPr lang="pt-BR" sz="1200">
                <a:solidFill>
                  <a:schemeClr val="bg2"/>
                </a:solidFill>
              </a:rPr>
              <a:t>15 mil km²</a:t>
            </a:r>
          </a:p>
          <a:p>
            <a:r>
              <a:rPr lang="pt-BR" sz="1200">
                <a:solidFill>
                  <a:schemeClr val="bg2"/>
                </a:solidFill>
              </a:rPr>
              <a:t>84 m altitude</a:t>
            </a:r>
          </a:p>
          <a:p>
            <a:r>
              <a:rPr lang="pt-BR" sz="1200">
                <a:solidFill>
                  <a:schemeClr val="bg2"/>
                </a:solidFill>
              </a:rPr>
              <a:t>262 mil habitantes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Retângulo 15"/>
          <p:cNvSpPr/>
          <p:nvPr/>
        </p:nvSpPr>
        <p:spPr>
          <a:xfrm>
            <a:off x="254449" y="605181"/>
            <a:ext cx="56250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/>
              <a:t>Os </a:t>
            </a:r>
            <a:r>
              <a:rPr lang="pt-BR" sz="1600" b="1"/>
              <a:t>dados geoespaciais</a:t>
            </a:r>
            <a:r>
              <a:rPr lang="pt-BR" sz="1600"/>
              <a:t> combinam informações de </a:t>
            </a:r>
          </a:p>
          <a:p>
            <a:r>
              <a:rPr lang="pt-BR" sz="1600"/>
              <a:t>localização com características ou atributos de outros </a:t>
            </a:r>
          </a:p>
          <a:p>
            <a:r>
              <a:rPr lang="pt-BR" sz="1600"/>
              <a:t>conjuntos de dados durante um período, </a:t>
            </a:r>
            <a:r>
              <a:rPr lang="pt-BR" sz="1600" b="1"/>
              <a:t>associados a </a:t>
            </a:r>
          </a:p>
          <a:p>
            <a:r>
              <a:rPr lang="pt-BR" sz="1600" b="1"/>
              <a:t>um sistema de coordenadas conhecido</a:t>
            </a:r>
            <a:endParaRPr lang="pt-BR" sz="160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043501-F4D7-E53B-1990-44852486A587}"/>
              </a:ext>
            </a:extLst>
          </p:cNvPr>
          <p:cNvSpPr/>
          <p:nvPr/>
        </p:nvSpPr>
        <p:spPr>
          <a:xfrm>
            <a:off x="5296184" y="162700"/>
            <a:ext cx="2166972" cy="21544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800" dirty="0"/>
              <a:t>Coordenadas geográficas em decimal</a:t>
            </a:r>
            <a:r>
              <a:rPr lang="pt-BR" sz="800" dirty="0">
                <a:ea typeface="Calibri"/>
                <a:cs typeface="Calibri"/>
              </a:rPr>
              <a:t> e (graus)</a:t>
            </a:r>
            <a:endParaRPr lang="pt-BR" sz="800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3EE31BD-6FB7-AA33-11B3-FBBCA5549829}"/>
              </a:ext>
            </a:extLst>
          </p:cNvPr>
          <p:cNvGrpSpPr/>
          <p:nvPr/>
        </p:nvGrpSpPr>
        <p:grpSpPr>
          <a:xfrm>
            <a:off x="543939" y="1741420"/>
            <a:ext cx="2376554" cy="1781145"/>
            <a:chOff x="409001" y="1651494"/>
            <a:chExt cx="2180835" cy="1659673"/>
          </a:xfrm>
        </p:grpSpPr>
        <p:pic>
          <p:nvPicPr>
            <p:cNvPr id="14" name="Imagem 13" descr="Gráfico&#10;&#10;Descrição gerada automaticamente">
              <a:extLst>
                <a:ext uri="{FF2B5EF4-FFF2-40B4-BE49-F238E27FC236}">
                  <a16:creationId xmlns:a16="http://schemas.microsoft.com/office/drawing/2014/main" id="{326D6137-C65E-7977-7836-C52A0B80B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1924" y="1891202"/>
              <a:ext cx="2097912" cy="1419965"/>
            </a:xfrm>
            <a:prstGeom prst="rect">
              <a:avLst/>
            </a:prstGeom>
          </p:spPr>
        </p:pic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81002AB3-61A6-3E3D-B12F-CBAAADFC5E88}"/>
                </a:ext>
              </a:extLst>
            </p:cNvPr>
            <p:cNvSpPr/>
            <p:nvPr/>
          </p:nvSpPr>
          <p:spPr>
            <a:xfrm>
              <a:off x="409001" y="1651494"/>
              <a:ext cx="1073755" cy="276999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1200" dirty="0"/>
                <a:t>Tipos de vetor</a:t>
              </a:r>
            </a:p>
          </p:txBody>
        </p:sp>
      </p:grpSp>
      <p:sp>
        <p:nvSpPr>
          <p:cNvPr id="22" name="Elipse 21">
            <a:extLst>
              <a:ext uri="{FF2B5EF4-FFF2-40B4-BE49-F238E27FC236}">
                <a16:creationId xmlns:a16="http://schemas.microsoft.com/office/drawing/2014/main" id="{E6775934-2338-BE13-2208-6C55AACA722E}"/>
              </a:ext>
            </a:extLst>
          </p:cNvPr>
          <p:cNvSpPr/>
          <p:nvPr/>
        </p:nvSpPr>
        <p:spPr>
          <a:xfrm>
            <a:off x="8379738" y="542504"/>
            <a:ext cx="59672" cy="6326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C0938F3-4465-AF8D-B0CF-1D1B3A4B538D}"/>
              </a:ext>
            </a:extLst>
          </p:cNvPr>
          <p:cNvSpPr txBox="1"/>
          <p:nvPr/>
        </p:nvSpPr>
        <p:spPr>
          <a:xfrm>
            <a:off x="168275" y="4279900"/>
            <a:ext cx="38227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 dirty="0" err="1"/>
              <a:t>Representação</a:t>
            </a:r>
            <a:r>
              <a:rPr lang="en-US" sz="1000" b="1" dirty="0"/>
              <a:t> </a:t>
            </a:r>
            <a:r>
              <a:rPr lang="en-US" sz="1000" b="1" dirty="0" err="1"/>
              <a:t>Vetorial</a:t>
            </a:r>
            <a:r>
              <a:rPr lang="en-US" sz="1000" b="1" dirty="0"/>
              <a:t>:</a:t>
            </a:r>
            <a:r>
              <a:rPr lang="en-US" sz="1000" dirty="0"/>
              <a:t> </a:t>
            </a:r>
            <a:r>
              <a:rPr lang="en-US" sz="1000" dirty="0" err="1"/>
              <a:t>representação</a:t>
            </a:r>
            <a:r>
              <a:rPr lang="en-US" sz="1000" dirty="0"/>
              <a:t> </a:t>
            </a:r>
            <a:r>
              <a:rPr lang="en-US" sz="1000" dirty="0" err="1"/>
              <a:t>mais</a:t>
            </a:r>
            <a:r>
              <a:rPr lang="en-US" sz="1000" dirty="0"/>
              <a:t> </a:t>
            </a:r>
            <a:r>
              <a:rPr lang="en-US" sz="1000" dirty="0" err="1"/>
              <a:t>exata</a:t>
            </a:r>
            <a:r>
              <a:rPr lang="en-US" sz="1000" dirty="0"/>
              <a:t> </a:t>
            </a:r>
            <a:r>
              <a:rPr lang="en-US" sz="1000" dirty="0" err="1"/>
              <a:t>possível</a:t>
            </a:r>
            <a:r>
              <a:rPr lang="en-US" sz="1000" dirty="0"/>
              <a:t> de </a:t>
            </a:r>
            <a:r>
              <a:rPr lang="en-US" sz="1000" dirty="0" err="1"/>
              <a:t>limites</a:t>
            </a:r>
            <a:r>
              <a:rPr lang="en-US" sz="1000" dirty="0"/>
              <a:t> e </a:t>
            </a:r>
            <a:r>
              <a:rPr lang="en-US" sz="1000" dirty="0" err="1"/>
              <a:t>espaços</a:t>
            </a:r>
            <a:r>
              <a:rPr lang="en-US" sz="1000" dirty="0"/>
              <a:t>. Três </a:t>
            </a:r>
            <a:r>
              <a:rPr lang="en-US" sz="1000" dirty="0" err="1"/>
              <a:t>formas</a:t>
            </a:r>
            <a:r>
              <a:rPr lang="en-US" sz="1000" dirty="0"/>
              <a:t> </a:t>
            </a:r>
            <a:r>
              <a:rPr lang="en-US" sz="1000" dirty="0" err="1"/>
              <a:t>básicas</a:t>
            </a:r>
            <a:r>
              <a:rPr lang="en-US" sz="1000" dirty="0"/>
              <a:t>: </a:t>
            </a:r>
            <a:r>
              <a:rPr lang="en-US" sz="1000" dirty="0" err="1"/>
              <a:t>pontos</a:t>
            </a:r>
            <a:r>
              <a:rPr lang="en-US" sz="1000" dirty="0"/>
              <a:t>, </a:t>
            </a:r>
            <a:r>
              <a:rPr lang="en-US" sz="1000" dirty="0" err="1"/>
              <a:t>linhas</a:t>
            </a:r>
            <a:r>
              <a:rPr lang="en-US" sz="1000" dirty="0"/>
              <a:t>, </a:t>
            </a:r>
            <a:r>
              <a:rPr lang="en-US" sz="1000" dirty="0" err="1"/>
              <a:t>áreas</a:t>
            </a:r>
            <a:r>
              <a:rPr lang="en-US" sz="1000" dirty="0"/>
              <a:t>​ </a:t>
            </a:r>
            <a:r>
              <a:rPr lang="en-US" sz="1000" dirty="0" err="1"/>
              <a:t>ou</a:t>
            </a:r>
            <a:r>
              <a:rPr lang="en-US" sz="1000" dirty="0"/>
              <a:t> </a:t>
            </a:r>
            <a:r>
              <a:rPr lang="en-US" sz="1000" dirty="0" err="1"/>
              <a:t>polígonos</a:t>
            </a:r>
            <a:r>
              <a:rPr lang="en-US" sz="1000" dirty="0"/>
              <a:t>. </a:t>
            </a:r>
            <a:endParaRPr lang="en-US"/>
          </a:p>
          <a:p>
            <a:r>
              <a:rPr lang="en-US" sz="1000" dirty="0" err="1"/>
              <a:t>Elemento</a:t>
            </a:r>
            <a:r>
              <a:rPr lang="en-US" sz="1000" dirty="0"/>
              <a:t> </a:t>
            </a:r>
            <a:r>
              <a:rPr lang="en-US" sz="1000" dirty="0" err="1"/>
              <a:t>pode</a:t>
            </a:r>
            <a:r>
              <a:rPr lang="en-US" sz="1000" dirty="0"/>
              <a:t> </a:t>
            </a:r>
            <a:r>
              <a:rPr lang="en-US" sz="1000" dirty="0" err="1"/>
              <a:t>estar</a:t>
            </a:r>
            <a:r>
              <a:rPr lang="en-US" sz="1000" dirty="0"/>
              <a:t> </a:t>
            </a:r>
            <a:r>
              <a:rPr lang="en-US" sz="1000" dirty="0" err="1"/>
              <a:t>associado</a:t>
            </a:r>
            <a:r>
              <a:rPr lang="en-US" sz="1000" dirty="0"/>
              <a:t> a dados </a:t>
            </a:r>
            <a:r>
              <a:rPr lang="en-US" sz="1000" dirty="0" err="1"/>
              <a:t>não</a:t>
            </a:r>
            <a:r>
              <a:rPr lang="en-US" sz="1000" dirty="0"/>
              <a:t> </a:t>
            </a:r>
            <a:r>
              <a:rPr lang="en-US" sz="1000" dirty="0" err="1"/>
              <a:t>espaciais</a:t>
            </a:r>
            <a:r>
              <a:rPr lang="en-US" sz="1000" dirty="0"/>
              <a:t> (</a:t>
            </a:r>
            <a:r>
              <a:rPr lang="en-US" sz="1000" dirty="0" err="1"/>
              <a:t>atributos</a:t>
            </a:r>
            <a:r>
              <a:rPr lang="en-US" sz="1000" dirty="0"/>
              <a:t>).</a:t>
            </a:r>
            <a:endParaRPr lang="en-US">
              <a:cs typeface="Calibri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5926D66E-1FED-26A1-1AD3-A10BA8D7C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723" y="3592511"/>
            <a:ext cx="688793" cy="688976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CB81D64F-96BD-3695-6323-1CAB7A881F6F}"/>
              </a:ext>
            </a:extLst>
          </p:cNvPr>
          <p:cNvGrpSpPr/>
          <p:nvPr/>
        </p:nvGrpSpPr>
        <p:grpSpPr>
          <a:xfrm>
            <a:off x="4295775" y="1798637"/>
            <a:ext cx="3822699" cy="3035261"/>
            <a:chOff x="4295775" y="1798637"/>
            <a:chExt cx="3822699" cy="3035261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1D75680-CDBC-DA44-3286-D5478F9CABB3}"/>
                </a:ext>
              </a:extLst>
            </p:cNvPr>
            <p:cNvSpPr txBox="1"/>
            <p:nvPr/>
          </p:nvSpPr>
          <p:spPr>
            <a:xfrm>
              <a:off x="4295775" y="4279900"/>
              <a:ext cx="3822699" cy="5539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b="1" dirty="0" err="1"/>
                <a:t>Representação</a:t>
              </a:r>
              <a:r>
                <a:rPr lang="en-US" sz="1000" b="1" dirty="0"/>
                <a:t> </a:t>
              </a:r>
              <a:r>
                <a:rPr lang="en-US" sz="1000" b="1" dirty="0" err="1"/>
                <a:t>Matricial</a:t>
              </a:r>
              <a:r>
                <a:rPr lang="en-US" sz="1000" b="1" dirty="0"/>
                <a:t>/Raster: </a:t>
              </a:r>
              <a:r>
                <a:rPr lang="en-US" sz="1000" dirty="0" err="1"/>
                <a:t>uso</a:t>
              </a:r>
              <a:r>
                <a:rPr lang="en-US" sz="1000" dirty="0"/>
                <a:t> de </a:t>
              </a:r>
              <a:r>
                <a:rPr lang="en-US" sz="1000" dirty="0" err="1"/>
                <a:t>uma</a:t>
              </a:r>
              <a:r>
                <a:rPr lang="en-US" sz="1000" dirty="0"/>
                <a:t> </a:t>
              </a:r>
              <a:r>
                <a:rPr lang="en-US" sz="1000" dirty="0" err="1"/>
                <a:t>malha</a:t>
              </a:r>
              <a:r>
                <a:rPr lang="en-US" sz="1000" dirty="0"/>
                <a:t> </a:t>
              </a:r>
              <a:r>
                <a:rPr lang="en-US" sz="1000" dirty="0" err="1"/>
                <a:t>quadriculada</a:t>
              </a:r>
              <a:r>
                <a:rPr lang="en-US" sz="1000" dirty="0"/>
                <a:t> regular </a:t>
              </a:r>
              <a:r>
                <a:rPr lang="en-US" sz="1000" dirty="0" err="1"/>
                <a:t>sobre</a:t>
              </a:r>
              <a:r>
                <a:rPr lang="en-US" sz="1000" dirty="0"/>
                <a:t> a qual se </a:t>
              </a:r>
              <a:r>
                <a:rPr lang="en-US" sz="1000" dirty="0" err="1"/>
                <a:t>constrói</a:t>
              </a:r>
              <a:r>
                <a:rPr lang="en-US" sz="1000" dirty="0"/>
                <a:t>, </a:t>
              </a:r>
              <a:r>
                <a:rPr lang="en-US" sz="1000" dirty="0" err="1"/>
                <a:t>célula</a:t>
              </a:r>
              <a:r>
                <a:rPr lang="en-US" sz="1000" dirty="0"/>
                <a:t> a </a:t>
              </a:r>
              <a:r>
                <a:rPr lang="en-US" sz="1000" dirty="0" err="1"/>
                <a:t>célula</a:t>
              </a:r>
              <a:r>
                <a:rPr lang="en-US" sz="1000" dirty="0"/>
                <a:t> (pixel), o </a:t>
              </a:r>
              <a:r>
                <a:rPr lang="en-US" sz="1000" dirty="0" err="1"/>
                <a:t>elemento</a:t>
              </a:r>
              <a:r>
                <a:rPr lang="en-US" sz="1000" dirty="0"/>
                <a:t> que </a:t>
              </a:r>
              <a:r>
                <a:rPr lang="en-US" sz="1000" dirty="0" err="1"/>
                <a:t>está</a:t>
              </a:r>
              <a:r>
                <a:rPr lang="en-US" sz="1000" dirty="0"/>
                <a:t> </a:t>
              </a:r>
              <a:r>
                <a:rPr lang="en-US" sz="1000" dirty="0" err="1"/>
                <a:t>sendo</a:t>
              </a:r>
              <a:r>
                <a:rPr lang="en-US" sz="1000" dirty="0"/>
                <a:t> </a:t>
              </a:r>
              <a:r>
                <a:rPr lang="en-US" sz="1000" dirty="0" err="1"/>
                <a:t>representado</a:t>
              </a:r>
              <a:r>
                <a:rPr lang="en-US" sz="1000" dirty="0"/>
                <a:t>. Varia </a:t>
              </a:r>
              <a:r>
                <a:rPr lang="en-US" sz="1000" dirty="0" err="1"/>
                <a:t>em</a:t>
              </a:r>
              <a:r>
                <a:rPr lang="en-US" sz="1000" dirty="0"/>
                <a:t> </a:t>
              </a:r>
              <a:r>
                <a:rPr lang="en-US" sz="1000" dirty="0" err="1"/>
                <a:t>resolução</a:t>
              </a:r>
              <a:r>
                <a:rPr lang="en-US" sz="1000" dirty="0"/>
                <a:t> (</a:t>
              </a:r>
              <a:r>
                <a:rPr lang="en-US" sz="1000" dirty="0" err="1"/>
                <a:t>tamanho</a:t>
              </a:r>
              <a:r>
                <a:rPr lang="en-US" sz="1000" dirty="0"/>
                <a:t> da </a:t>
              </a:r>
              <a:r>
                <a:rPr lang="en-US" sz="1000" dirty="0" err="1"/>
                <a:t>celula</a:t>
              </a:r>
              <a:r>
                <a:rPr lang="en-US" sz="1000" dirty="0"/>
                <a:t>).</a:t>
              </a:r>
              <a:endParaRPr lang="en-US" sz="1000" dirty="0" err="1">
                <a:cs typeface="Calibri"/>
              </a:endParaRPr>
            </a:p>
          </p:txBody>
        </p:sp>
        <p:pic>
          <p:nvPicPr>
            <p:cNvPr id="29" name="Imagem 28" descr="Uma imagem contendo Gráfico&#10;&#10;Descrição gerada automaticamente">
              <a:extLst>
                <a:ext uri="{FF2B5EF4-FFF2-40B4-BE49-F238E27FC236}">
                  <a16:creationId xmlns:a16="http://schemas.microsoft.com/office/drawing/2014/main" id="{F8756EC0-764F-D3E7-4B07-8BEB8EEAE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96724" y="1798637"/>
              <a:ext cx="2667026" cy="2466976"/>
            </a:xfrm>
            <a:prstGeom prst="rect">
              <a:avLst/>
            </a:prstGeom>
          </p:spPr>
        </p:pic>
      </p:grpSp>
      <p:pic>
        <p:nvPicPr>
          <p:cNvPr id="30" name="Imagem 29" descr="Mapa&#10;&#10;Descrição gerada automaticamente">
            <a:extLst>
              <a:ext uri="{FF2B5EF4-FFF2-40B4-BE49-F238E27FC236}">
                <a16:creationId xmlns:a16="http://schemas.microsoft.com/office/drawing/2014/main" id="{826409CC-8BAC-F54F-857F-977270953B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581" y="3592511"/>
            <a:ext cx="688902" cy="688975"/>
          </a:xfrm>
          <a:prstGeom prst="rect">
            <a:avLst/>
          </a:prstGeom>
        </p:spPr>
      </p:pic>
      <p:sp>
        <p:nvSpPr>
          <p:cNvPr id="34" name="Retângulo 33">
            <a:extLst>
              <a:ext uri="{FF2B5EF4-FFF2-40B4-BE49-F238E27FC236}">
                <a16:creationId xmlns:a16="http://schemas.microsoft.com/office/drawing/2014/main" id="{120C1A67-138B-EC06-EE81-0A00325A38B8}"/>
              </a:ext>
            </a:extLst>
          </p:cNvPr>
          <p:cNvSpPr/>
          <p:nvPr/>
        </p:nvSpPr>
        <p:spPr>
          <a:xfrm>
            <a:off x="497902" y="3933756"/>
            <a:ext cx="755335" cy="21544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pt-BR" sz="800" dirty="0"/>
              <a:t>Vetor simples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D2A42FDC-A8C7-DAD3-3E92-1ACB58C3300C}"/>
              </a:ext>
            </a:extLst>
          </p:cNvPr>
          <p:cNvSpPr/>
          <p:nvPr/>
        </p:nvSpPr>
        <p:spPr>
          <a:xfrm>
            <a:off x="1632964" y="3933756"/>
            <a:ext cx="881973" cy="21544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pt-BR" sz="800" dirty="0"/>
              <a:t>Vetor multiparte</a:t>
            </a:r>
          </a:p>
        </p:txBody>
      </p:sp>
    </p:spTree>
    <p:extLst>
      <p:ext uri="{BB962C8B-B14F-4D97-AF65-F5344CB8AC3E}">
        <p14:creationId xmlns:p14="http://schemas.microsoft.com/office/powerpoint/2010/main" val="61726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m 2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" t="-337" r="6192" b="337"/>
          <a:stretch/>
        </p:blipFill>
        <p:spPr>
          <a:xfrm>
            <a:off x="7373727" y="1830446"/>
            <a:ext cx="1582609" cy="1623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788" y="3527919"/>
            <a:ext cx="1570700" cy="1539286"/>
          </a:xfrm>
          <a:prstGeom prst="rect">
            <a:avLst/>
          </a:prstGeom>
        </p:spPr>
      </p:pic>
      <p:sp>
        <p:nvSpPr>
          <p:cNvPr id="35" name="Retângulo 34"/>
          <p:cNvSpPr/>
          <p:nvPr/>
        </p:nvSpPr>
        <p:spPr>
          <a:xfrm>
            <a:off x="0" y="4881890"/>
            <a:ext cx="4786403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900" dirty="0"/>
              <a:t>INPE – Instituto Nacional de Pesquisas Espaciais</a:t>
            </a:r>
          </a:p>
        </p:txBody>
      </p:sp>
      <p:grpSp>
        <p:nvGrpSpPr>
          <p:cNvPr id="28" name="Grupo 27"/>
          <p:cNvGrpSpPr/>
          <p:nvPr/>
        </p:nvGrpSpPr>
        <p:grpSpPr>
          <a:xfrm>
            <a:off x="7373327" y="67203"/>
            <a:ext cx="1715054" cy="1719405"/>
            <a:chOff x="7657628" y="67203"/>
            <a:chExt cx="1478824" cy="1382287"/>
          </a:xfrm>
        </p:grpSpPr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28" y="67203"/>
              <a:ext cx="1371997" cy="1382287"/>
            </a:xfrm>
            <a:prstGeom prst="rect">
              <a:avLst/>
            </a:prstGeom>
          </p:spPr>
        </p:pic>
        <p:sp>
          <p:nvSpPr>
            <p:cNvPr id="40" name="Retângulo 39"/>
            <p:cNvSpPr/>
            <p:nvPr/>
          </p:nvSpPr>
          <p:spPr>
            <a:xfrm>
              <a:off x="8281298" y="303899"/>
              <a:ext cx="855154" cy="1979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000">
                  <a:solidFill>
                    <a:srgbClr val="FFFF00"/>
                  </a:solidFill>
                </a:rPr>
                <a:t>Mata Atlântica</a:t>
              </a:r>
            </a:p>
          </p:txBody>
        </p:sp>
      </p:grpSp>
      <p:pic>
        <p:nvPicPr>
          <p:cNvPr id="43" name="Imagem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682" y="67202"/>
            <a:ext cx="1863685" cy="1424427"/>
          </a:xfrm>
          <a:prstGeom prst="rect">
            <a:avLst/>
          </a:prstGeom>
        </p:spPr>
      </p:pic>
      <p:sp>
        <p:nvSpPr>
          <p:cNvPr id="34" name="Retângulo 33"/>
          <p:cNvSpPr/>
          <p:nvPr/>
        </p:nvSpPr>
        <p:spPr>
          <a:xfrm>
            <a:off x="250742" y="1660338"/>
            <a:ext cx="6798168" cy="207797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Tipos de dados encontrados: </a:t>
            </a:r>
            <a:endParaRPr lang="pt-BR" sz="1600" dirty="0"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Dados vetoriais (</a:t>
            </a:r>
            <a:r>
              <a:rPr lang="pt-BR" sz="1600" err="1"/>
              <a:t>kml</a:t>
            </a:r>
            <a:r>
              <a:rPr lang="pt-BR" sz="1600" dirty="0"/>
              <a:t>, </a:t>
            </a:r>
            <a:r>
              <a:rPr lang="pt-BR" sz="1600" err="1"/>
              <a:t>kmz</a:t>
            </a:r>
            <a:r>
              <a:rPr lang="pt-BR" sz="1600" dirty="0"/>
              <a:t>, </a:t>
            </a:r>
            <a:r>
              <a:rPr lang="pt-BR" sz="1600" err="1"/>
              <a:t>shp</a:t>
            </a:r>
            <a:r>
              <a:rPr lang="pt-BR" sz="1600" dirty="0"/>
              <a:t>, WFS - Web Feature Service)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Dados </a:t>
            </a:r>
            <a:r>
              <a:rPr lang="pt-BR" sz="1600" err="1"/>
              <a:t>raster</a:t>
            </a:r>
            <a:r>
              <a:rPr lang="pt-BR" sz="1600" dirty="0"/>
              <a:t> (Imagens de satélite, WMS - Web Map Service)</a:t>
            </a:r>
            <a:endParaRPr lang="pt-BR" sz="1600" dirty="0">
              <a:cs typeface="Calibri"/>
            </a:endParaRPr>
          </a:p>
          <a:p>
            <a:endParaRPr lang="pt-BR" sz="1600" b="1" dirty="0"/>
          </a:p>
          <a:p>
            <a:r>
              <a:rPr lang="pt-BR" sz="1600" b="1" dirty="0"/>
              <a:t>Aplicações:</a:t>
            </a:r>
            <a:r>
              <a:rPr lang="pt-BR" sz="1600" dirty="0"/>
              <a:t> </a:t>
            </a:r>
            <a:endParaRPr lang="pt-BR" sz="1600"/>
          </a:p>
          <a:p>
            <a:pPr marL="285750" indent="-285750">
              <a:buFont typeface="Arial"/>
              <a:buChar char="•"/>
            </a:pPr>
            <a:r>
              <a:rPr lang="pt-BR" sz="1600" dirty="0" err="1"/>
              <a:t>Geoserviços</a:t>
            </a:r>
            <a:r>
              <a:rPr lang="pt-BR" sz="1600" dirty="0"/>
              <a:t>, mapas temáticos, modelagem, análise temporal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Limites, agricultura, uso do solo, saúde, populacional, pesca, infraestrutura, desmatamento, cidades, usinas elétricas, áreas protegidas</a:t>
            </a:r>
            <a:endParaRPr lang="pt-BR" sz="1600"/>
          </a:p>
        </p:txBody>
      </p:sp>
      <p:sp>
        <p:nvSpPr>
          <p:cNvPr id="26" name="CaixaDeTexto 25"/>
          <p:cNvSpPr txBox="1"/>
          <p:nvPr/>
        </p:nvSpPr>
        <p:spPr>
          <a:xfrm>
            <a:off x="1420043" y="5147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Dados geoespaciais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1B068904-5CCE-9CA9-E803-255C1D552E25}"/>
              </a:ext>
            </a:extLst>
          </p:cNvPr>
          <p:cNvCxnSpPr/>
          <p:nvPr/>
        </p:nvCxnSpPr>
        <p:spPr>
          <a:xfrm flipH="1" flipV="1">
            <a:off x="7251368" y="67202"/>
            <a:ext cx="1157650" cy="5178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6D85BA8-D39F-432D-9031-3C2563092858}"/>
              </a:ext>
            </a:extLst>
          </p:cNvPr>
          <p:cNvGrpSpPr/>
          <p:nvPr/>
        </p:nvGrpSpPr>
        <p:grpSpPr>
          <a:xfrm>
            <a:off x="5335476" y="51607"/>
            <a:ext cx="3410024" cy="4273817"/>
            <a:chOff x="5335476" y="51607"/>
            <a:chExt cx="3410024" cy="4273817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5BE5784A-DB7C-390F-B54C-552791C9A5D1}"/>
                </a:ext>
              </a:extLst>
            </p:cNvPr>
            <p:cNvSpPr/>
            <p:nvPr/>
          </p:nvSpPr>
          <p:spPr>
            <a:xfrm>
              <a:off x="7339343" y="1823980"/>
              <a:ext cx="423514" cy="215444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800" b="1" dirty="0">
                  <a:solidFill>
                    <a:srgbClr val="2E75B5"/>
                  </a:solidFill>
                </a:rPr>
                <a:t>Vetor</a:t>
              </a:r>
              <a:endParaRPr lang="pt-BR" b="1" dirty="0">
                <a:solidFill>
                  <a:srgbClr val="2E75B5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74BEEBEE-88E8-C506-B566-527840D42298}"/>
                </a:ext>
              </a:extLst>
            </p:cNvPr>
            <p:cNvSpPr/>
            <p:nvPr/>
          </p:nvSpPr>
          <p:spPr>
            <a:xfrm>
              <a:off x="5335476" y="51607"/>
              <a:ext cx="1253869" cy="215444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800" b="1" dirty="0">
                  <a:cs typeface="Calibri"/>
                </a:rPr>
                <a:t>Imagem classificada - EVI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B9B9A0B5-1D2E-90E7-9222-02D4ABC8F170}"/>
                </a:ext>
              </a:extLst>
            </p:cNvPr>
            <p:cNvSpPr/>
            <p:nvPr/>
          </p:nvSpPr>
          <p:spPr>
            <a:xfrm>
              <a:off x="7375514" y="66075"/>
              <a:ext cx="551754" cy="215444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800" b="1" dirty="0">
                  <a:solidFill>
                    <a:srgbClr val="FFFF00"/>
                  </a:solidFill>
                </a:rPr>
                <a:t>Polígono</a:t>
              </a:r>
              <a:endParaRPr lang="pt-BR" b="1" dirty="0">
                <a:solidFill>
                  <a:srgbClr val="FFFF00"/>
                </a:solidFill>
              </a:endParaRP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C4CE2F3F-BF95-667F-5184-452EB2276917}"/>
                </a:ext>
              </a:extLst>
            </p:cNvPr>
            <p:cNvSpPr/>
            <p:nvPr/>
          </p:nvSpPr>
          <p:spPr>
            <a:xfrm>
              <a:off x="7339342" y="3451669"/>
              <a:ext cx="1342034" cy="215444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800" b="1" dirty="0">
                  <a:solidFill>
                    <a:srgbClr val="05574A"/>
                  </a:solidFill>
                </a:rPr>
                <a:t>Polígono baseado em regra</a:t>
              </a:r>
              <a:endParaRPr lang="pt-BR">
                <a:solidFill>
                  <a:srgbClr val="05574A"/>
                </a:solidFill>
                <a:ea typeface="Calibri"/>
                <a:cs typeface="Calibri"/>
              </a:endParaRP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8FC2CF77-587B-CA37-F37C-FFC52E7B31F7}"/>
                </a:ext>
              </a:extLst>
            </p:cNvPr>
            <p:cNvSpPr/>
            <p:nvPr/>
          </p:nvSpPr>
          <p:spPr>
            <a:xfrm>
              <a:off x="7686583" y="941409"/>
              <a:ext cx="997389" cy="215444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800" b="1" dirty="0">
                  <a:solidFill>
                    <a:srgbClr val="000000"/>
                  </a:solidFill>
                  <a:cs typeface="Calibri"/>
                </a:rPr>
                <a:t>Imagem de satélite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EAF74140-F81B-FBDB-EDCC-18B4B2FE01EF}"/>
                </a:ext>
              </a:extLst>
            </p:cNvPr>
            <p:cNvSpPr/>
            <p:nvPr/>
          </p:nvSpPr>
          <p:spPr>
            <a:xfrm>
              <a:off x="7621474" y="2641441"/>
              <a:ext cx="1124026" cy="215444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800" b="1" dirty="0">
                  <a:solidFill>
                    <a:srgbClr val="000000"/>
                  </a:solidFill>
                  <a:cs typeface="Calibri"/>
                </a:rPr>
                <a:t>Imagem de topografia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6C937893-F9DE-6599-9A68-ABEB67AF2873}"/>
                </a:ext>
              </a:extLst>
            </p:cNvPr>
            <p:cNvSpPr/>
            <p:nvPr/>
          </p:nvSpPr>
          <p:spPr>
            <a:xfrm>
              <a:off x="7831266" y="4109980"/>
              <a:ext cx="833883" cy="215444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800" b="1" dirty="0">
                  <a:solidFill>
                    <a:srgbClr val="000000"/>
                  </a:solidFill>
                  <a:cs typeface="Calibri"/>
                </a:rPr>
                <a:t>Mapa temático</a:t>
              </a:r>
              <a:endParaRPr lang="pt-BR" dirty="0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FADCC8C-2CFA-5A6D-3C6C-5BD0B1F398AF}"/>
                </a:ext>
              </a:extLst>
            </p:cNvPr>
            <p:cNvSpPr/>
            <p:nvPr/>
          </p:nvSpPr>
          <p:spPr>
            <a:xfrm>
              <a:off x="5863569" y="673745"/>
              <a:ext cx="912429" cy="215444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800" b="1" dirty="0">
                  <a:solidFill>
                    <a:srgbClr val="000000"/>
                  </a:solidFill>
                  <a:cs typeface="Calibri"/>
                </a:rPr>
                <a:t>Análise temporal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03075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62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8526" t="5813" r="12759" b="17125"/>
          <a:stretch/>
        </p:blipFill>
        <p:spPr>
          <a:xfrm>
            <a:off x="674704" y="3075806"/>
            <a:ext cx="2383768" cy="16503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46" name="Grupo 45"/>
          <p:cNvGrpSpPr/>
          <p:nvPr/>
        </p:nvGrpSpPr>
        <p:grpSpPr>
          <a:xfrm>
            <a:off x="837870" y="2935012"/>
            <a:ext cx="2053625" cy="1809738"/>
            <a:chOff x="1009558" y="1603239"/>
            <a:chExt cx="3494510" cy="3043321"/>
          </a:xfrm>
        </p:grpSpPr>
        <p:sp>
          <p:nvSpPr>
            <p:cNvPr id="47" name="Elipse 46"/>
            <p:cNvSpPr/>
            <p:nvPr/>
          </p:nvSpPr>
          <p:spPr>
            <a:xfrm>
              <a:off x="1484863" y="1948356"/>
              <a:ext cx="2570583" cy="2509253"/>
            </a:xfrm>
            <a:prstGeom prst="ellipse">
              <a:avLst/>
            </a:prstGeom>
            <a:solidFill>
              <a:srgbClr val="000000">
                <a:alpha val="2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pt-BR" sz="60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grpSp>
          <p:nvGrpSpPr>
            <p:cNvPr id="60" name="Grupo 59"/>
            <p:cNvGrpSpPr/>
            <p:nvPr/>
          </p:nvGrpSpPr>
          <p:grpSpPr>
            <a:xfrm>
              <a:off x="1009558" y="1603239"/>
              <a:ext cx="3494510" cy="3043321"/>
              <a:chOff x="3084020" y="1125203"/>
              <a:chExt cx="2938052" cy="2843835"/>
            </a:xfrm>
          </p:grpSpPr>
          <p:graphicFrame>
            <p:nvGraphicFramePr>
              <p:cNvPr id="61" name="Diagrama 60"/>
              <p:cNvGraphicFramePr/>
              <p:nvPr>
                <p:extLst>
                  <p:ext uri="{D42A27DB-BD31-4B8C-83A1-F6EECF244321}">
                    <p14:modId xmlns:p14="http://schemas.microsoft.com/office/powerpoint/2010/main" val="3643437336"/>
                  </p:ext>
                </p:extLst>
              </p:nvPr>
            </p:nvGraphicFramePr>
            <p:xfrm>
              <a:off x="3084020" y="1125203"/>
              <a:ext cx="2938052" cy="284383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5" r:lo="rId6" r:qs="rId7" r:cs="rId8"/>
              </a:graphicData>
            </a:graphic>
          </p:graphicFrame>
          <p:sp>
            <p:nvSpPr>
              <p:cNvPr id="62" name="CaixaDeTexto 61"/>
              <p:cNvSpPr txBox="1"/>
              <p:nvPr/>
            </p:nvSpPr>
            <p:spPr>
              <a:xfrm>
                <a:off x="3679473" y="2491831"/>
                <a:ext cx="1747146" cy="283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Meio ambiente</a:t>
                </a:r>
              </a:p>
            </p:txBody>
          </p:sp>
        </p:grpSp>
      </p:grpSp>
      <p:sp>
        <p:nvSpPr>
          <p:cNvPr id="5" name="CaixaDeTexto 4"/>
          <p:cNvSpPr txBox="1"/>
          <p:nvPr/>
        </p:nvSpPr>
        <p:spPr>
          <a:xfrm>
            <a:off x="251520" y="714058"/>
            <a:ext cx="4283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/>
              <a:t>“O </a:t>
            </a:r>
            <a:r>
              <a:rPr lang="pt-BR" sz="1200" b="1"/>
              <a:t>conhecimento</a:t>
            </a:r>
            <a:r>
              <a:rPr lang="pt-BR" sz="1200"/>
              <a:t> da vegetação, uso e cobertura da terra é a base para vários </a:t>
            </a:r>
            <a:r>
              <a:rPr lang="pt-BR" sz="1200" b="1"/>
              <a:t>estudos e análises</a:t>
            </a:r>
            <a:r>
              <a:rPr lang="pt-BR" sz="1200"/>
              <a:t>, como </a:t>
            </a:r>
            <a:r>
              <a:rPr lang="pt-BR" sz="1200" b="1"/>
              <a:t>monitoramento</a:t>
            </a:r>
            <a:r>
              <a:rPr lang="pt-BR" sz="1200"/>
              <a:t> de habitats e serviços ecossistêmicos, gestão eficiente dos recursos agrícolas e florestais. Seu </a:t>
            </a:r>
            <a:r>
              <a:rPr lang="pt-BR" sz="1200" b="1"/>
              <a:t>mapeamento</a:t>
            </a:r>
            <a:r>
              <a:rPr lang="pt-BR" sz="1200"/>
              <a:t> é possível através da </a:t>
            </a:r>
            <a:r>
              <a:rPr lang="pt-BR" sz="1200" b="1"/>
              <a:t>combinação de informações</a:t>
            </a:r>
            <a:r>
              <a:rPr lang="pt-BR" sz="1200"/>
              <a:t> do meio físico, biológico e socioeconômico, sendo uma ferramenta essencial no diagnóstico ambiental, na </a:t>
            </a:r>
            <a:r>
              <a:rPr lang="pt-BR" sz="1200" b="1"/>
              <a:t>tomada de decisões e na definição de políticas de uso dos recursos naturais</a:t>
            </a:r>
            <a:r>
              <a:rPr lang="pt-BR" sz="1200"/>
              <a:t>.” </a:t>
            </a:r>
            <a:endParaRPr lang="pt-BR"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0" y="4881890"/>
            <a:ext cx="59766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err="1"/>
              <a:t>Britez</a:t>
            </a:r>
            <a:r>
              <a:rPr lang="pt-BR" sz="900"/>
              <a:t> 2023 - Mapeamento da cobertura vegetal e uso da terra no litoral do Paraná </a:t>
            </a:r>
          </a:p>
        </p:txBody>
      </p:sp>
      <p:cxnSp>
        <p:nvCxnSpPr>
          <p:cNvPr id="6" name="Conector reto 5"/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/>
          <p:cNvSpPr/>
          <p:nvPr/>
        </p:nvSpPr>
        <p:spPr>
          <a:xfrm>
            <a:off x="395536" y="2550544"/>
            <a:ext cx="29489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Questões espaciais</a:t>
            </a:r>
          </a:p>
        </p:txBody>
      </p:sp>
      <p:sp>
        <p:nvSpPr>
          <p:cNvPr id="7" name="Seta para baixo 6"/>
          <p:cNvSpPr/>
          <p:nvPr/>
        </p:nvSpPr>
        <p:spPr>
          <a:xfrm>
            <a:off x="1729595" y="2355726"/>
            <a:ext cx="280869" cy="237193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Grupo 2"/>
          <p:cNvGrpSpPr/>
          <p:nvPr/>
        </p:nvGrpSpPr>
        <p:grpSpPr>
          <a:xfrm>
            <a:off x="4751278" y="17503"/>
            <a:ext cx="4205953" cy="1258103"/>
            <a:chOff x="4751278" y="17503"/>
            <a:chExt cx="4205953" cy="1258103"/>
          </a:xfrm>
        </p:grpSpPr>
        <p:sp>
          <p:nvSpPr>
            <p:cNvPr id="14" name="Retângulo 13"/>
            <p:cNvSpPr/>
            <p:nvPr/>
          </p:nvSpPr>
          <p:spPr>
            <a:xfrm>
              <a:off x="5413476" y="143803"/>
              <a:ext cx="2942446" cy="36933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Banco de dados geoespaciais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4751278" y="629275"/>
              <a:ext cx="420595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/>
                <a:t>Armazenamento de informações em massa</a:t>
              </a:r>
            </a:p>
            <a:p>
              <a:pPr algn="ctr"/>
              <a:r>
                <a:rPr lang="pt-BR"/>
                <a:t>Compartilhamento de dados</a:t>
              </a:r>
            </a:p>
          </p:txBody>
        </p:sp>
        <p:pic>
          <p:nvPicPr>
            <p:cNvPr id="23" name="Imagem 2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7752" y="17503"/>
              <a:ext cx="607156" cy="646076"/>
            </a:xfrm>
            <a:prstGeom prst="rect">
              <a:avLst/>
            </a:prstGeom>
          </p:spPr>
        </p:pic>
      </p:grpSp>
      <p:grpSp>
        <p:nvGrpSpPr>
          <p:cNvPr id="11" name="Grupo 10"/>
          <p:cNvGrpSpPr/>
          <p:nvPr/>
        </p:nvGrpSpPr>
        <p:grpSpPr>
          <a:xfrm>
            <a:off x="2965189" y="3674869"/>
            <a:ext cx="2364829" cy="920294"/>
            <a:chOff x="3080802" y="3674869"/>
            <a:chExt cx="2364829" cy="920294"/>
          </a:xfrm>
        </p:grpSpPr>
        <p:sp>
          <p:nvSpPr>
            <p:cNvPr id="54" name="Seta para baixo 53"/>
            <p:cNvSpPr/>
            <p:nvPr/>
          </p:nvSpPr>
          <p:spPr>
            <a:xfrm rot="5400000">
              <a:off x="4116590" y="3295973"/>
              <a:ext cx="280869" cy="1038662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Retângulo 54"/>
            <p:cNvSpPr/>
            <p:nvPr/>
          </p:nvSpPr>
          <p:spPr>
            <a:xfrm>
              <a:off x="3080802" y="3948832"/>
              <a:ext cx="236482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Estratégias</a:t>
              </a:r>
            </a:p>
            <a:p>
              <a:pPr algn="ctr"/>
              <a:r>
                <a:rPr lang="pt-BR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Tomadas de decisão</a:t>
              </a: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4758535" y="1434963"/>
            <a:ext cx="4183333" cy="1640843"/>
            <a:chOff x="4758535" y="1434963"/>
            <a:chExt cx="4183333" cy="1640843"/>
          </a:xfrm>
        </p:grpSpPr>
        <p:sp>
          <p:nvSpPr>
            <p:cNvPr id="32" name="Retângulo de cantos arredondados 31"/>
            <p:cNvSpPr/>
            <p:nvPr/>
          </p:nvSpPr>
          <p:spPr>
            <a:xfrm>
              <a:off x="4758535" y="1652570"/>
              <a:ext cx="4183333" cy="1423236"/>
            </a:xfrm>
            <a:prstGeom prst="roundRect">
              <a:avLst/>
            </a:prstGeom>
            <a:solidFill>
              <a:srgbClr val="70AD47">
                <a:alpha val="38824"/>
              </a:srgb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5390288" y="1434963"/>
              <a:ext cx="2942446" cy="36933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BR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Geoprocessamento</a:t>
              </a:r>
            </a:p>
          </p:txBody>
        </p:sp>
        <p:grpSp>
          <p:nvGrpSpPr>
            <p:cNvPr id="41" name="Grupo 40"/>
            <p:cNvGrpSpPr/>
            <p:nvPr/>
          </p:nvGrpSpPr>
          <p:grpSpPr>
            <a:xfrm>
              <a:off x="4788024" y="1906964"/>
              <a:ext cx="1194732" cy="1107418"/>
              <a:chOff x="4666628" y="1668487"/>
              <a:chExt cx="1194732" cy="1107418"/>
            </a:xfrm>
          </p:grpSpPr>
          <p:pic>
            <p:nvPicPr>
              <p:cNvPr id="27" name="Imagem 26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48833" y="1668487"/>
                <a:ext cx="830323" cy="637784"/>
              </a:xfrm>
              <a:prstGeom prst="rect">
                <a:avLst/>
              </a:prstGeom>
            </p:spPr>
          </p:pic>
          <p:sp>
            <p:nvSpPr>
              <p:cNvPr id="37" name="Retângulo 36"/>
              <p:cNvSpPr/>
              <p:nvPr/>
            </p:nvSpPr>
            <p:spPr>
              <a:xfrm>
                <a:off x="4666628" y="2252685"/>
                <a:ext cx="119473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/>
                  <a:t>Dados espaciais</a:t>
                </a:r>
                <a:endParaRPr lang="pt-BR" sz="1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40" name="Grupo 39"/>
            <p:cNvGrpSpPr/>
            <p:nvPr/>
          </p:nvGrpSpPr>
          <p:grpSpPr>
            <a:xfrm>
              <a:off x="7672440" y="1800994"/>
              <a:ext cx="1187624" cy="1219728"/>
              <a:chOff x="7551044" y="1562517"/>
              <a:chExt cx="1187624" cy="1219728"/>
            </a:xfrm>
          </p:grpSpPr>
          <p:pic>
            <p:nvPicPr>
              <p:cNvPr id="31" name="Imagem 30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0423" y="1562517"/>
                <a:ext cx="1001097" cy="893184"/>
              </a:xfrm>
              <a:prstGeom prst="rect">
                <a:avLst/>
              </a:prstGeom>
            </p:spPr>
          </p:pic>
          <p:sp>
            <p:nvSpPr>
              <p:cNvPr id="38" name="Retângulo 37"/>
              <p:cNvSpPr/>
              <p:nvPr/>
            </p:nvSpPr>
            <p:spPr>
              <a:xfrm>
                <a:off x="7551044" y="2259025"/>
                <a:ext cx="11876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/>
                  <a:t>Informação espacial</a:t>
                </a:r>
                <a:endParaRPr lang="pt-BR" sz="1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36" name="Grupo 35"/>
            <p:cNvGrpSpPr/>
            <p:nvPr/>
          </p:nvGrpSpPr>
          <p:grpSpPr>
            <a:xfrm>
              <a:off x="6084168" y="1842935"/>
              <a:ext cx="1411836" cy="1087790"/>
              <a:chOff x="5962772" y="1604458"/>
              <a:chExt cx="1411836" cy="1087790"/>
            </a:xfrm>
          </p:grpSpPr>
          <p:pic>
            <p:nvPicPr>
              <p:cNvPr id="30" name="Imagem 29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04910" y="1604458"/>
                <a:ext cx="732977" cy="776487"/>
              </a:xfrm>
              <a:prstGeom prst="rect">
                <a:avLst/>
              </a:prstGeom>
            </p:spPr>
          </p:pic>
          <p:sp>
            <p:nvSpPr>
              <p:cNvPr id="39" name="Retângulo 38"/>
              <p:cNvSpPr/>
              <p:nvPr/>
            </p:nvSpPr>
            <p:spPr>
              <a:xfrm>
                <a:off x="5962772" y="2384471"/>
                <a:ext cx="1411836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/>
                  <a:t>Processamento</a:t>
                </a:r>
                <a:endParaRPr lang="pt-BR" sz="1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42" name="Seta para a direita 41"/>
            <p:cNvSpPr/>
            <p:nvPr/>
          </p:nvSpPr>
          <p:spPr>
            <a:xfrm>
              <a:off x="5940152" y="2227556"/>
              <a:ext cx="280869" cy="75124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Seta para a direita 47"/>
            <p:cNvSpPr/>
            <p:nvPr/>
          </p:nvSpPr>
          <p:spPr>
            <a:xfrm>
              <a:off x="7373986" y="2227556"/>
              <a:ext cx="280869" cy="75124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5156962" y="2859782"/>
            <a:ext cx="3519494" cy="2160240"/>
            <a:chOff x="5012946" y="2859782"/>
            <a:chExt cx="3519494" cy="2160240"/>
          </a:xfrm>
        </p:grpSpPr>
        <p:sp>
          <p:nvSpPr>
            <p:cNvPr id="45" name="Retângulo 44"/>
            <p:cNvSpPr/>
            <p:nvPr/>
          </p:nvSpPr>
          <p:spPr>
            <a:xfrm>
              <a:off x="6715133" y="3293571"/>
              <a:ext cx="181730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Sobreposição de informações</a:t>
              </a:r>
            </a:p>
          </p:txBody>
        </p:sp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8943" y="4142350"/>
              <a:ext cx="679111" cy="805664"/>
            </a:xfrm>
            <a:prstGeom prst="rect">
              <a:avLst/>
            </a:prstGeom>
          </p:spPr>
        </p:pic>
        <p:sp>
          <p:nvSpPr>
            <p:cNvPr id="28" name="Retângulo 27"/>
            <p:cNvSpPr/>
            <p:nvPr/>
          </p:nvSpPr>
          <p:spPr>
            <a:xfrm>
              <a:off x="6232858" y="4096692"/>
              <a:ext cx="204726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Interpretação</a:t>
              </a:r>
            </a:p>
            <a:p>
              <a:pPr algn="ctr"/>
              <a:r>
                <a:rPr lang="pt-BR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Identificação de prioridades</a:t>
              </a:r>
            </a:p>
          </p:txBody>
        </p:sp>
        <p:grpSp>
          <p:nvGrpSpPr>
            <p:cNvPr id="18" name="Grupo 17"/>
            <p:cNvGrpSpPr/>
            <p:nvPr/>
          </p:nvGrpSpPr>
          <p:grpSpPr>
            <a:xfrm>
              <a:off x="5012946" y="2859782"/>
              <a:ext cx="1576013" cy="1584176"/>
              <a:chOff x="5012946" y="2859782"/>
              <a:chExt cx="1576013" cy="1584176"/>
            </a:xfrm>
          </p:grpSpPr>
          <p:pic>
            <p:nvPicPr>
              <p:cNvPr id="49" name="Imagem 48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8759" y="3320244"/>
                <a:ext cx="1172892" cy="1123714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  <p:pic>
            <p:nvPicPr>
              <p:cNvPr id="50" name="Imagem 49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6067" y="3086082"/>
                <a:ext cx="1164791" cy="1115263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  <p:pic>
            <p:nvPicPr>
              <p:cNvPr id="56" name="Imagem 55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6067" y="2859782"/>
                <a:ext cx="1172892" cy="112908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</p:pic>
          <p:sp>
            <p:nvSpPr>
              <p:cNvPr id="57" name="Retângulo 56"/>
              <p:cNvSpPr/>
              <p:nvPr/>
            </p:nvSpPr>
            <p:spPr>
              <a:xfrm>
                <a:off x="5032550" y="3312640"/>
                <a:ext cx="1411836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/>
                  <a:t>Divisão política</a:t>
                </a:r>
                <a:endParaRPr lang="pt-BR" sz="1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8" name="Retângulo 57"/>
              <p:cNvSpPr/>
              <p:nvPr/>
            </p:nvSpPr>
            <p:spPr>
              <a:xfrm>
                <a:off x="5032550" y="3799548"/>
                <a:ext cx="1411836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/>
                  <a:t>Mapa base</a:t>
                </a:r>
                <a:endParaRPr lang="pt-BR" sz="1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9" name="Retângulo 58"/>
              <p:cNvSpPr/>
              <p:nvPr/>
            </p:nvSpPr>
            <p:spPr>
              <a:xfrm>
                <a:off x="5012946" y="3551726"/>
                <a:ext cx="1411836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200"/>
                  <a:t>Relevo</a:t>
                </a:r>
                <a:endParaRPr lang="pt-BR" sz="1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51" name="CaixaDeTexto 50"/>
          <p:cNvSpPr txBox="1"/>
          <p:nvPr/>
        </p:nvSpPr>
        <p:spPr>
          <a:xfrm>
            <a:off x="1420043" y="5147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Dados geoespaciais</a:t>
            </a:r>
          </a:p>
        </p:txBody>
      </p:sp>
      <p:pic>
        <p:nvPicPr>
          <p:cNvPr id="52" name="Imagem 51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4596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aixaDeTexto 138"/>
          <p:cNvSpPr txBox="1"/>
          <p:nvPr/>
        </p:nvSpPr>
        <p:spPr>
          <a:xfrm>
            <a:off x="474778" y="484853"/>
            <a:ext cx="444479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400" b="1" dirty="0">
                <a:solidFill>
                  <a:srgbClr val="000000"/>
                </a:solidFill>
              </a:rPr>
              <a:t>Treinamento 2</a:t>
            </a:r>
          </a:p>
          <a:p>
            <a:endParaRPr lang="pt-BR" sz="1400" u="sng" dirty="0">
              <a:solidFill>
                <a:srgbClr val="000000"/>
              </a:solidFill>
            </a:endParaRPr>
          </a:p>
          <a:p>
            <a:r>
              <a:rPr lang="pt-BR" sz="1400" u="sng" dirty="0">
                <a:solidFill>
                  <a:srgbClr val="000000"/>
                </a:solidFill>
              </a:rPr>
              <a:t>Introdução à ferramenta QGIS</a:t>
            </a:r>
            <a:endParaRPr lang="pt-BR" sz="1400" u="sng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Exemplo de projeto (SIG GR5) e boas práticas com dados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Fontes de dados e geoserviços e uso de geoinformação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Instalação, configuração de projeto e complementos 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Painéis, ferramentas de importação e edição de camadas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endParaRPr lang="pt-BR" sz="1400" dirty="0">
              <a:solidFill>
                <a:srgbClr val="000000"/>
              </a:solidFill>
              <a:cs typeface="Calibri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88" y="879562"/>
            <a:ext cx="2528233" cy="2664296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72" y="2901769"/>
            <a:ext cx="2095298" cy="1002645"/>
          </a:xfrm>
          <a:prstGeom prst="rect">
            <a:avLst/>
          </a:prstGeom>
        </p:spPr>
      </p:pic>
      <p:grpSp>
        <p:nvGrpSpPr>
          <p:cNvPr id="32" name="Grupo 31"/>
          <p:cNvGrpSpPr>
            <a:grpSpLocks noChangeAspect="1"/>
          </p:cNvGrpSpPr>
          <p:nvPr/>
        </p:nvGrpSpPr>
        <p:grpSpPr>
          <a:xfrm>
            <a:off x="5652120" y="339502"/>
            <a:ext cx="936104" cy="936104"/>
            <a:chOff x="2987824" y="339502"/>
            <a:chExt cx="3168352" cy="3168352"/>
          </a:xfrm>
        </p:grpSpPr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824" y="339502"/>
              <a:ext cx="3168352" cy="3168352"/>
            </a:xfrm>
            <a:prstGeom prst="rect">
              <a:avLst/>
            </a:prstGeom>
          </p:spPr>
        </p:pic>
        <p:sp>
          <p:nvSpPr>
            <p:cNvPr id="31" name="Retângulo 30"/>
            <p:cNvSpPr/>
            <p:nvPr/>
          </p:nvSpPr>
          <p:spPr>
            <a:xfrm>
              <a:off x="4441236" y="2126450"/>
              <a:ext cx="303228" cy="34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2696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51520" y="773819"/>
            <a:ext cx="4436777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 b="1" u="sng" dirty="0"/>
              <a:t>Exemplo - SIG Base GR5</a:t>
            </a:r>
          </a:p>
          <a:p>
            <a:endParaRPr lang="pt-BR" sz="1600" b="1" dirty="0"/>
          </a:p>
          <a:p>
            <a:r>
              <a:rPr lang="pt-BR" sz="1600" b="1" dirty="0"/>
              <a:t>Fonte dos dados:</a:t>
            </a:r>
            <a:endParaRPr lang="pt-BR" sz="1600" b="1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SIG base </a:t>
            </a:r>
            <a:r>
              <a:rPr lang="pt-BR" sz="1600" dirty="0" err="1"/>
              <a:t>ICMBio</a:t>
            </a:r>
            <a:r>
              <a:rPr lang="pt-BR" sz="1600" dirty="0"/>
              <a:t> (</a:t>
            </a:r>
            <a:r>
              <a:rPr lang="pt-BR" sz="1600" dirty="0" err="1"/>
              <a:t>ComitêGeo</a:t>
            </a:r>
            <a:r>
              <a:rPr lang="pt-BR" sz="1600" dirty="0"/>
              <a:t>)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Sites oficiais nacionais e estaduais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cs typeface="Calibri"/>
            </a:endParaRPr>
          </a:p>
          <a:p>
            <a:r>
              <a:rPr lang="pt-BR" sz="1600" b="1" dirty="0">
                <a:cs typeface="Calibri"/>
              </a:rPr>
              <a:t>Propriedades do Projeto SIG GR5: </a:t>
            </a:r>
            <a:endParaRPr lang="en-US" sz="1600" dirty="0">
              <a:cs typeface="Calibri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pt-BR" sz="1600" dirty="0">
                <a:cs typeface="Calibri"/>
              </a:rPr>
              <a:t>DATUM SIRGAS 2000 (EPSG 4674 e 31892)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pt-BR" sz="1600" dirty="0">
                <a:cs typeface="Calibri"/>
              </a:rPr>
              <a:t>Dados vetoriais (shape)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pt-BR" sz="1600" dirty="0" err="1">
                <a:cs typeface="Calibri"/>
              </a:rPr>
              <a:t>Geoserviços</a:t>
            </a:r>
            <a:r>
              <a:rPr lang="pt-BR" sz="1600" dirty="0">
                <a:cs typeface="Calibri"/>
              </a:rPr>
              <a:t> vinculados (</a:t>
            </a:r>
            <a:r>
              <a:rPr lang="pt-BR" sz="1600" dirty="0" err="1">
                <a:cs typeface="Calibri"/>
              </a:rPr>
              <a:t>wfs</a:t>
            </a:r>
            <a:r>
              <a:rPr lang="pt-BR" sz="1600" dirty="0">
                <a:cs typeface="Calibri"/>
              </a:rPr>
              <a:t>)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pt-BR" sz="1600" dirty="0">
                <a:cs typeface="Calibri"/>
              </a:rPr>
              <a:t>Camadas organizadas (fontes, títulos, cores)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926"/>
          <a:stretch/>
        </p:blipFill>
        <p:spPr>
          <a:xfrm>
            <a:off x="4629176" y="2152361"/>
            <a:ext cx="2967160" cy="22063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8" name="Imagem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847" y="1791165"/>
            <a:ext cx="2376821" cy="10424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Retângulo 5"/>
          <p:cNvSpPr/>
          <p:nvPr/>
        </p:nvSpPr>
        <p:spPr>
          <a:xfrm>
            <a:off x="4596222" y="755868"/>
            <a:ext cx="3527110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Componentes: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Tutorial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Projeto SIG no QGIS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Planilha de metadados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Pasta de arquivos</a:t>
            </a:r>
            <a:endParaRPr lang="pt-BR" sz="1600" dirty="0">
              <a:cs typeface="Calibri"/>
            </a:endParaRP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981" y="2896110"/>
            <a:ext cx="1047358" cy="18486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211" y="3386228"/>
            <a:ext cx="412885" cy="412885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FAA6D3B-E5B4-6376-EDEC-F707570BB131}"/>
              </a:ext>
            </a:extLst>
          </p:cNvPr>
          <p:cNvSpPr txBox="1"/>
          <p:nvPr/>
        </p:nvSpPr>
        <p:spPr>
          <a:xfrm>
            <a:off x="1403648" y="51470"/>
            <a:ext cx="403244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à ferramenta QGIS</a:t>
            </a:r>
          </a:p>
        </p:txBody>
      </p:sp>
    </p:spTree>
    <p:extLst>
      <p:ext uri="{BB962C8B-B14F-4D97-AF65-F5344CB8AC3E}">
        <p14:creationId xmlns:p14="http://schemas.microsoft.com/office/powerpoint/2010/main" val="157578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251519" y="682964"/>
            <a:ext cx="6617890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Uso de geoinformação no QGIS:</a:t>
            </a:r>
          </a:p>
          <a:p>
            <a:pPr marL="285750" indent="-285750">
              <a:buFont typeface="Arial,Sans-Serif"/>
              <a:buChar char="•"/>
            </a:pPr>
            <a:r>
              <a:rPr lang="pt-BR" sz="1600" dirty="0">
                <a:cs typeface="Calibri"/>
              </a:rPr>
              <a:t>      Dados e ferramentas adequadas -&gt; objetivo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cs typeface="Calibri"/>
              </a:rPr>
              <a:t>QGIS um software em constante atualização - linguagem Python</a:t>
            </a:r>
          </a:p>
          <a:p>
            <a:r>
              <a:rPr lang="pt-BR" sz="1600" dirty="0">
                <a:cs typeface="Calibri"/>
              </a:rPr>
              <a:t>  </a:t>
            </a:r>
            <a:r>
              <a:rPr lang="pt-BR" sz="1600" dirty="0">
                <a:cs typeface="Calibri"/>
                <a:hlinkClick r:id="rId3"/>
              </a:rPr>
              <a:t>(evitar baixar a última versão; tutoriais e suporte em fóruns)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Configurações QGIS e complementos (</a:t>
            </a:r>
            <a:r>
              <a:rPr lang="pt-BR" sz="1600" dirty="0" err="1"/>
              <a:t>Mapbiomas</a:t>
            </a:r>
            <a:r>
              <a:rPr lang="pt-BR" sz="1600" dirty="0"/>
              <a:t>, HCMGIS, CBERS4)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Painéis, ferramentas de importação e edição de camadas</a:t>
            </a:r>
            <a:endParaRPr lang="pt-BR" sz="1600" dirty="0">
              <a:cs typeface="Calibri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142" y="452649"/>
            <a:ext cx="1172892" cy="1123714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865" y="288632"/>
            <a:ext cx="1164791" cy="1115263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918" y="146522"/>
            <a:ext cx="1172892" cy="1129084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isometricOffAxis2Top"/>
            <a:lightRig rig="threePt" dir="t"/>
          </a:scene3d>
        </p:spPr>
      </p:pic>
      <p:sp>
        <p:nvSpPr>
          <p:cNvPr id="4" name="CaixaDeTexto 3"/>
          <p:cNvSpPr txBox="1"/>
          <p:nvPr/>
        </p:nvSpPr>
        <p:spPr>
          <a:xfrm>
            <a:off x="1403648" y="51470"/>
            <a:ext cx="403244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à ferramenta QGIS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636894" y="148884"/>
            <a:ext cx="16327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/>
              <a:t>Dados espaciais</a:t>
            </a:r>
            <a:endPara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6189226" y="1941260"/>
            <a:ext cx="16327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/>
              <a:t>Fontes de dados</a:t>
            </a:r>
            <a:endPara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5940152" y="2150576"/>
            <a:ext cx="22210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/>
              <a:t>Arquivos para download</a:t>
            </a:r>
          </a:p>
          <a:p>
            <a:pPr algn="ctr"/>
            <a:r>
              <a:rPr lang="pt-BR" sz="1400"/>
              <a:t>Geoserviços (WFS, WMS)  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337" y="2718773"/>
            <a:ext cx="3972778" cy="2227948"/>
          </a:xfrm>
          <a:prstGeom prst="rect">
            <a:avLst/>
          </a:prstGeom>
        </p:spPr>
      </p:pic>
      <p:sp>
        <p:nvSpPr>
          <p:cNvPr id="37" name="Retângulo 36"/>
          <p:cNvSpPr/>
          <p:nvPr/>
        </p:nvSpPr>
        <p:spPr>
          <a:xfrm>
            <a:off x="7284851" y="474322"/>
            <a:ext cx="16327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/>
              <a:t>Ferramentas</a:t>
            </a:r>
            <a:endPara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E1C407E-6F59-2D0A-E356-E1875B9FACA5}"/>
              </a:ext>
            </a:extLst>
          </p:cNvPr>
          <p:cNvGrpSpPr/>
          <p:nvPr/>
        </p:nvGrpSpPr>
        <p:grpSpPr>
          <a:xfrm>
            <a:off x="7422960" y="782098"/>
            <a:ext cx="1440160" cy="1003647"/>
            <a:chOff x="7422960" y="782098"/>
            <a:chExt cx="1440160" cy="1003647"/>
          </a:xfrm>
        </p:grpSpPr>
        <p:grpSp>
          <p:nvGrpSpPr>
            <p:cNvPr id="29" name="Grupo 28"/>
            <p:cNvGrpSpPr/>
            <p:nvPr/>
          </p:nvGrpSpPr>
          <p:grpSpPr>
            <a:xfrm>
              <a:off x="7422960" y="782098"/>
              <a:ext cx="1440160" cy="1003647"/>
              <a:chOff x="7422960" y="404077"/>
              <a:chExt cx="1440160" cy="1003647"/>
            </a:xfrm>
          </p:grpSpPr>
          <p:pic>
            <p:nvPicPr>
              <p:cNvPr id="9" name="Imagem 8"/>
              <p:cNvPicPr>
                <a:picLocks noChangeAspect="1"/>
              </p:cNvPicPr>
              <p:nvPr/>
            </p:nvPicPr>
            <p:blipFill rotWithShape="1">
              <a:blip r:embed="rId8" cstate="print">
                <a:clrChange>
                  <a:clrFrom>
                    <a:srgbClr val="153B3B">
                      <a:alpha val="26667"/>
                    </a:srgbClr>
                  </a:clrFrom>
                  <a:clrTo>
                    <a:srgbClr val="153B3B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063" t="25190" r="19591"/>
              <a:stretch/>
            </p:blipFill>
            <p:spPr>
              <a:xfrm>
                <a:off x="7422960" y="404077"/>
                <a:ext cx="1440160" cy="1003647"/>
              </a:xfrm>
              <a:prstGeom prst="rect">
                <a:avLst/>
              </a:prstGeom>
            </p:spPr>
          </p:pic>
          <p:pic>
            <p:nvPicPr>
              <p:cNvPr id="13" name="Imagem 12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75698" y="1058827"/>
                <a:ext cx="304801" cy="304801"/>
              </a:xfrm>
              <a:prstGeom prst="rect">
                <a:avLst/>
              </a:prstGeom>
            </p:spPr>
          </p:pic>
          <p:pic>
            <p:nvPicPr>
              <p:cNvPr id="21" name="Imagem 20"/>
              <p:cNvPicPr>
                <a:picLocks noChangeAspect="1"/>
              </p:cNvPicPr>
              <p:nvPr/>
            </p:nvPicPr>
            <p:blipFill rotWithShape="1">
              <a:blip r:embed="rId10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253" t="16190" r="12253" b="19748"/>
              <a:stretch/>
            </p:blipFill>
            <p:spPr>
              <a:xfrm>
                <a:off x="7956376" y="1080144"/>
                <a:ext cx="478492" cy="277834"/>
              </a:xfrm>
              <a:prstGeom prst="rect">
                <a:avLst/>
              </a:prstGeom>
            </p:spPr>
          </p:pic>
        </p:grpSp>
        <p:pic>
          <p:nvPicPr>
            <p:cNvPr id="15" name="Imagem 14"/>
            <p:cNvPicPr>
              <a:picLocks noChangeAspect="1"/>
            </p:cNvPicPr>
            <p:nvPr/>
          </p:nvPicPr>
          <p:blipFill rotWithShape="1"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01" t="14090" r="12201" b="21651"/>
            <a:stretch/>
          </p:blipFill>
          <p:spPr>
            <a:xfrm>
              <a:off x="8476648" y="1453493"/>
              <a:ext cx="345103" cy="293338"/>
            </a:xfrm>
            <a:prstGeom prst="rect">
              <a:avLst/>
            </a:prstGeom>
          </p:spPr>
        </p:pic>
      </p:grpSp>
      <p:pic>
        <p:nvPicPr>
          <p:cNvPr id="35" name="Imagem 34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66" y="826221"/>
            <a:ext cx="302308" cy="339013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5E53E66F-AD4A-6C51-0FC1-B1C43B2DEFBD}"/>
              </a:ext>
            </a:extLst>
          </p:cNvPr>
          <p:cNvSpPr/>
          <p:nvPr/>
        </p:nvSpPr>
        <p:spPr>
          <a:xfrm>
            <a:off x="1563781" y="2624821"/>
            <a:ext cx="3764301" cy="20928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400" b="1" dirty="0"/>
              <a:t>Algumas fontes:</a:t>
            </a:r>
          </a:p>
          <a:p>
            <a:r>
              <a:rPr lang="pt-BR" sz="1400" dirty="0">
                <a:ea typeface="+mn-lt"/>
                <a:cs typeface="+mn-lt"/>
                <a:hlinkClick r:id="rId15"/>
              </a:rPr>
              <a:t>Catálogo de Geosserviços - Portal INDE</a:t>
            </a:r>
            <a:endParaRPr lang="pt-BR" sz="1400" dirty="0"/>
          </a:p>
          <a:p>
            <a:r>
              <a:rPr lang="pt-BR" sz="1400" dirty="0">
                <a:ea typeface="+mn-lt"/>
                <a:cs typeface="+mn-lt"/>
                <a:hlinkClick r:id="rId16"/>
              </a:rPr>
              <a:t>Dados geoespaciais e temáticos - ICMBio</a:t>
            </a:r>
            <a:endParaRPr lang="pt-BR" sz="1400" dirty="0">
              <a:ea typeface="+mn-lt"/>
              <a:cs typeface="+mn-lt"/>
            </a:endParaRPr>
          </a:p>
          <a:p>
            <a:r>
              <a:rPr lang="pt-BR" sz="1400" dirty="0">
                <a:ea typeface="+mn-lt"/>
                <a:cs typeface="+mn-lt"/>
                <a:hlinkClick r:id="rId17"/>
              </a:rPr>
              <a:t>CNUC 1.0 (mma.gov.br)</a:t>
            </a:r>
            <a:br>
              <a:rPr lang="pt-BR" sz="1400" dirty="0">
                <a:ea typeface="+mn-lt"/>
                <a:cs typeface="+mn-lt"/>
              </a:rPr>
            </a:br>
            <a:r>
              <a:rPr lang="pt-BR" sz="1400" dirty="0">
                <a:ea typeface="+mn-lt"/>
                <a:cs typeface="+mn-lt"/>
                <a:hlinkClick r:id="rId18"/>
              </a:rPr>
              <a:t>PAMGIA geoservicos - Ibama</a:t>
            </a:r>
            <a:br>
              <a:rPr lang="pt-BR" sz="1400" dirty="0">
                <a:ea typeface="+mn-lt"/>
                <a:cs typeface="+mn-lt"/>
              </a:rPr>
            </a:br>
            <a:r>
              <a:rPr lang="pt-BR" sz="1400" dirty="0">
                <a:ea typeface="+mn-lt"/>
                <a:cs typeface="+mn-lt"/>
                <a:hlinkClick r:id="rId19"/>
              </a:rPr>
              <a:t>Downloads – Terrabrasilis (inpe.br)</a:t>
            </a:r>
          </a:p>
          <a:p>
            <a:r>
              <a:rPr lang="pt-BR" sz="1400" dirty="0">
                <a:ea typeface="+mn-lt"/>
                <a:cs typeface="+mn-lt"/>
                <a:hlinkClick r:id="rId20"/>
              </a:rPr>
              <a:t>Catálogo de Imagens - INPE</a:t>
            </a:r>
          </a:p>
          <a:p>
            <a:r>
              <a:rPr lang="pt-BR" sz="1400" dirty="0" err="1">
                <a:ea typeface="+mn-lt"/>
                <a:cs typeface="+mn-lt"/>
                <a:hlinkClick r:id="rId21"/>
              </a:rPr>
              <a:t>MapBiomas</a:t>
            </a:r>
            <a:r>
              <a:rPr lang="pt-BR" sz="1400" dirty="0">
                <a:ea typeface="+mn-lt"/>
                <a:cs typeface="+mn-lt"/>
                <a:hlinkClick r:id="rId21"/>
              </a:rPr>
              <a:t> Brasil</a:t>
            </a:r>
            <a:endParaRPr lang="pt-BR" sz="1400" dirty="0">
              <a:ea typeface="+mn-lt"/>
              <a:cs typeface="+mn-lt"/>
            </a:endParaRPr>
          </a:p>
          <a:p>
            <a:r>
              <a:rPr lang="pt-BR" sz="1400" dirty="0">
                <a:hlinkClick r:id="rId22"/>
              </a:rPr>
              <a:t>SALVE | </a:t>
            </a:r>
            <a:r>
              <a:rPr lang="pt-BR" sz="1400" dirty="0" err="1">
                <a:hlinkClick r:id="rId22"/>
              </a:rPr>
              <a:t>ICMBio</a:t>
            </a:r>
            <a:endParaRPr lang="pt-BR" sz="1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019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Interface gráfica do usuário, Aplicativo, Tabela, Excel&#10;&#10;Descrição gerada automaticamente">
            <a:extLst>
              <a:ext uri="{FF2B5EF4-FFF2-40B4-BE49-F238E27FC236}">
                <a16:creationId xmlns:a16="http://schemas.microsoft.com/office/drawing/2014/main" id="{EBCB0423-79E1-D239-F8B4-3807E8755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3" y="2054238"/>
            <a:ext cx="5856111" cy="1729153"/>
          </a:xfrm>
          <a:prstGeom prst="rect">
            <a:avLst/>
          </a:prstGeom>
        </p:spPr>
      </p:pic>
      <p:pic>
        <p:nvPicPr>
          <p:cNvPr id="7" name="Imagem 6" descr="Texto&#10;&#10;Descrição gerada automaticamente">
            <a:extLst>
              <a:ext uri="{FF2B5EF4-FFF2-40B4-BE49-F238E27FC236}">
                <a16:creationId xmlns:a16="http://schemas.microsoft.com/office/drawing/2014/main" id="{FA63D8CB-E8EE-FF61-EF6A-6BDA92DC9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43" y="2283530"/>
            <a:ext cx="1629480" cy="9856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4506" y="2283718"/>
            <a:ext cx="1153626" cy="20361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8" y="2381442"/>
            <a:ext cx="361993" cy="361993"/>
          </a:xfrm>
          <a:prstGeom prst="rect">
            <a:avLst/>
          </a:prstGeom>
        </p:spPr>
      </p:pic>
      <p:sp>
        <p:nvSpPr>
          <p:cNvPr id="14" name="Retângulo 13"/>
          <p:cNvSpPr/>
          <p:nvPr/>
        </p:nvSpPr>
        <p:spPr>
          <a:xfrm>
            <a:off x="251520" y="659815"/>
            <a:ext cx="7296259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Boas práticas com dados: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/>
              <a:t>Organizar</a:t>
            </a:r>
            <a:r>
              <a:rPr lang="pt-BR" sz="1600" dirty="0"/>
              <a:t> as informações e arquivos – rotatividade na equipe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Usar </a:t>
            </a:r>
            <a:r>
              <a:rPr lang="pt-BR" sz="1600" b="1" dirty="0"/>
              <a:t>nomes intuitivos e simples </a:t>
            </a:r>
            <a:r>
              <a:rPr lang="pt-BR" sz="1600" dirty="0"/>
              <a:t>para arquivos e pastas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Fazer </a:t>
            </a:r>
            <a:r>
              <a:rPr lang="pt-BR" sz="1600" b="1" dirty="0"/>
              <a:t>metadados</a:t>
            </a:r>
            <a:r>
              <a:rPr lang="pt-BR" sz="1600" dirty="0"/>
              <a:t> em planilha ou </a:t>
            </a:r>
            <a:r>
              <a:rPr lang="pt-BR" sz="1600" dirty="0" err="1"/>
              <a:t>txt</a:t>
            </a:r>
            <a:r>
              <a:rPr lang="pt-BR" sz="1600" dirty="0"/>
              <a:t>. – Quem é você na fila do pão?!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Projeto em equipe - identificar a melhor plataforma/meio de </a:t>
            </a:r>
            <a:r>
              <a:rPr lang="pt-BR" sz="1600" b="1" dirty="0"/>
              <a:t>compartilhamento</a:t>
            </a:r>
            <a:endParaRPr lang="pt-BR" sz="1600" b="1" dirty="0">
              <a:cs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019" y="421005"/>
            <a:ext cx="841313" cy="78071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201" y="913870"/>
            <a:ext cx="866267" cy="862702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m 5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DE26C2F6-2D82-9DD5-B83A-C065E24D67C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504" r="-270" b="9689"/>
          <a:stretch/>
        </p:blipFill>
        <p:spPr>
          <a:xfrm>
            <a:off x="3550910" y="3205033"/>
            <a:ext cx="2627798" cy="1827423"/>
          </a:xfrm>
          <a:prstGeom prst="rect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4C63464-69C2-EE68-2CF1-200DCD2C9FD6}"/>
              </a:ext>
            </a:extLst>
          </p:cNvPr>
          <p:cNvSpPr txBox="1"/>
          <p:nvPr/>
        </p:nvSpPr>
        <p:spPr>
          <a:xfrm>
            <a:off x="1403648" y="51470"/>
            <a:ext cx="403244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à ferramenta QGIS</a:t>
            </a:r>
          </a:p>
        </p:txBody>
      </p:sp>
    </p:spTree>
    <p:extLst>
      <p:ext uri="{BB962C8B-B14F-4D97-AF65-F5344CB8AC3E}">
        <p14:creationId xmlns:p14="http://schemas.microsoft.com/office/powerpoint/2010/main" val="404951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108644" y="746464"/>
            <a:ext cx="1466453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Interface QGIS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403648" y="51470"/>
            <a:ext cx="403244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 à ferramenta QGIS</a:t>
            </a:r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8" name="Retângulo 37"/>
          <p:cNvSpPr/>
          <p:nvPr/>
        </p:nvSpPr>
        <p:spPr>
          <a:xfrm>
            <a:off x="106095" y="4661118"/>
            <a:ext cx="4177873" cy="369332"/>
          </a:xfrm>
          <a:prstGeom prst="rect">
            <a:avLst/>
          </a:prstGeom>
          <a:solidFill>
            <a:schemeClr val="accent6"/>
          </a:solidFill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b="1" dirty="0"/>
              <a:t>Prática - Principais ferramentas do QGIS</a:t>
            </a:r>
          </a:p>
        </p:txBody>
      </p:sp>
      <p:pic>
        <p:nvPicPr>
          <p:cNvPr id="3" name="Imagem 2" descr="Mapa&#10;&#10;Descrição gerada automaticamente">
            <a:extLst>
              <a:ext uri="{FF2B5EF4-FFF2-40B4-BE49-F238E27FC236}">
                <a16:creationId xmlns:a16="http://schemas.microsoft.com/office/drawing/2014/main" id="{402446AE-E551-764C-C74E-F7E871FF5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125" y="589445"/>
            <a:ext cx="7437437" cy="406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2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aixaDeTexto 138"/>
          <p:cNvSpPr txBox="1"/>
          <p:nvPr/>
        </p:nvSpPr>
        <p:spPr>
          <a:xfrm>
            <a:off x="456761" y="529760"/>
            <a:ext cx="4444799" cy="24622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400" b="1" dirty="0">
                <a:solidFill>
                  <a:srgbClr val="000000"/>
                </a:solidFill>
              </a:rPr>
              <a:t>Treinamento 2</a:t>
            </a:r>
          </a:p>
          <a:p>
            <a:endParaRPr lang="pt-BR" sz="1400" b="1" dirty="0">
              <a:solidFill>
                <a:srgbClr val="000000"/>
              </a:solidFill>
              <a:cs typeface="Calibri"/>
            </a:endParaRPr>
          </a:p>
          <a:p>
            <a:r>
              <a:rPr lang="pt-BR" sz="1400" u="sng" dirty="0">
                <a:solidFill>
                  <a:srgbClr val="000000"/>
                </a:solidFill>
                <a:cs typeface="Calibri"/>
              </a:rPr>
              <a:t>Construindo um projeto SIG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  <a:ea typeface="+mn-lt"/>
                <a:cs typeface="+mn-lt"/>
              </a:rPr>
              <a:t>- Coleta de dados espaciais e uso de sistema de posicionamento</a:t>
            </a:r>
            <a:endParaRPr lang="pt-BR" sz="2400" dirty="0">
              <a:ea typeface="+mn-lt"/>
              <a:cs typeface="+mn-lt"/>
            </a:endParaRPr>
          </a:p>
          <a:p>
            <a:r>
              <a:rPr lang="pt-BR" sz="1400" dirty="0">
                <a:solidFill>
                  <a:srgbClr val="000000"/>
                </a:solidFill>
                <a:ea typeface="+mn-lt"/>
                <a:cs typeface="+mn-lt"/>
              </a:rPr>
              <a:t>- Importação, conversão e edição de dados</a:t>
            </a:r>
            <a:endParaRPr lang="pt-BR" sz="2400" dirty="0">
              <a:ea typeface="+mn-lt"/>
              <a:cs typeface="+mn-lt"/>
            </a:endParaRPr>
          </a:p>
          <a:p>
            <a:r>
              <a:rPr lang="pt-BR" sz="1400" dirty="0">
                <a:solidFill>
                  <a:srgbClr val="000000"/>
                </a:solidFill>
                <a:ea typeface="+mn-lt"/>
                <a:cs typeface="+mn-lt"/>
              </a:rPr>
              <a:t>- Vetores e topologia, Plano de informação</a:t>
            </a:r>
            <a:endParaRPr lang="pt-BR" sz="2400" dirty="0"/>
          </a:p>
          <a:p>
            <a:r>
              <a:rPr lang="pt-BR" sz="1400" dirty="0">
                <a:solidFill>
                  <a:srgbClr val="000000"/>
                </a:solidFill>
                <a:ea typeface="+mn-lt"/>
                <a:cs typeface="+mn-lt"/>
              </a:rPr>
              <a:t>- Ferramentas para Vetor e </a:t>
            </a:r>
            <a:r>
              <a:rPr lang="pt-BR" sz="1400" dirty="0" err="1">
                <a:solidFill>
                  <a:srgbClr val="000000"/>
                </a:solidFill>
                <a:ea typeface="+mn-lt"/>
                <a:cs typeface="+mn-lt"/>
              </a:rPr>
              <a:t>Raster</a:t>
            </a:r>
            <a:endParaRPr lang="pt-BR" sz="2400" dirty="0" err="1">
              <a:ea typeface="+mn-lt"/>
              <a:cs typeface="+mn-lt"/>
            </a:endParaRPr>
          </a:p>
          <a:p>
            <a:r>
              <a:rPr lang="pt-BR" sz="1400" dirty="0">
                <a:solidFill>
                  <a:srgbClr val="000000"/>
                </a:solidFill>
                <a:ea typeface="Calibri"/>
                <a:cs typeface="Calibri"/>
              </a:rPr>
              <a:t>- Elaborando mapas no QGIS</a:t>
            </a:r>
          </a:p>
          <a:p>
            <a:r>
              <a:rPr lang="pt-BR" sz="1400" dirty="0">
                <a:solidFill>
                  <a:srgbClr val="000000"/>
                </a:solidFill>
                <a:ea typeface="Calibri"/>
                <a:cs typeface="Calibri"/>
              </a:rPr>
              <a:t>- Construção de projeto SIG</a:t>
            </a:r>
          </a:p>
          <a:p>
            <a:endParaRPr lang="pt-BR" sz="14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88" y="879562"/>
            <a:ext cx="2528233" cy="2664296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72" y="2901769"/>
            <a:ext cx="2095298" cy="1002645"/>
          </a:xfrm>
          <a:prstGeom prst="rect">
            <a:avLst/>
          </a:prstGeom>
        </p:spPr>
      </p:pic>
      <p:grpSp>
        <p:nvGrpSpPr>
          <p:cNvPr id="32" name="Grupo 31"/>
          <p:cNvGrpSpPr>
            <a:grpSpLocks noChangeAspect="1"/>
          </p:cNvGrpSpPr>
          <p:nvPr/>
        </p:nvGrpSpPr>
        <p:grpSpPr>
          <a:xfrm>
            <a:off x="5652120" y="339502"/>
            <a:ext cx="936104" cy="936104"/>
            <a:chOff x="2987824" y="339502"/>
            <a:chExt cx="3168352" cy="3168352"/>
          </a:xfrm>
        </p:grpSpPr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824" y="339502"/>
              <a:ext cx="3168352" cy="3168352"/>
            </a:xfrm>
            <a:prstGeom prst="rect">
              <a:avLst/>
            </a:prstGeom>
          </p:spPr>
        </p:pic>
        <p:sp>
          <p:nvSpPr>
            <p:cNvPr id="31" name="Retângulo 30"/>
            <p:cNvSpPr/>
            <p:nvPr/>
          </p:nvSpPr>
          <p:spPr>
            <a:xfrm>
              <a:off x="4441236" y="2126450"/>
              <a:ext cx="303228" cy="34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90128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251520" y="590366"/>
            <a:ext cx="6966077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>
                <a:ea typeface="+mn-lt"/>
                <a:cs typeface="+mn-lt"/>
              </a:rPr>
              <a:t>Coleta de dados espaciais e uso de sistema de posicionamento</a:t>
            </a:r>
            <a:r>
              <a:rPr lang="pt-BR" sz="1600" b="1" dirty="0"/>
              <a:t>: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Coleta de dados em campo (apps </a:t>
            </a:r>
            <a:r>
              <a:rPr lang="pt-BR" sz="1600" dirty="0" err="1"/>
              <a:t>Wikiloc</a:t>
            </a:r>
            <a:r>
              <a:rPr lang="pt-BR" sz="1600" dirty="0"/>
              <a:t> e </a:t>
            </a:r>
            <a:r>
              <a:rPr lang="pt-BR" sz="1600" dirty="0" err="1"/>
              <a:t>Timestamp</a:t>
            </a:r>
            <a:r>
              <a:rPr lang="pt-BR" sz="1600" dirty="0"/>
              <a:t>), sites fonte </a:t>
            </a:r>
            <a:endParaRPr lang="pt-BR" sz="16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cs typeface="Calibri"/>
              </a:rPr>
              <a:t>Importação, exportação e conversão de dados: uso do Google Earth e QGIS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cs typeface="Calibri"/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CaixaDeTexto 22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Geodados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uso de projeto </a:t>
            </a:r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</a:t>
            </a:r>
            <a:endParaRPr lang="pt-BR" sz="24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m 3" descr="Mapa&#10;&#10;Descrição gerada automaticamente">
            <a:extLst>
              <a:ext uri="{FF2B5EF4-FFF2-40B4-BE49-F238E27FC236}">
                <a16:creationId xmlns:a16="http://schemas.microsoft.com/office/drawing/2014/main" id="{F3D122E7-3603-2FA5-ABBB-EE891A8BA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99" y="1617199"/>
            <a:ext cx="3147794" cy="280614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8B45165-C418-FB82-5640-26A08A52B7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162"/>
          <a:stretch/>
        </p:blipFill>
        <p:spPr>
          <a:xfrm>
            <a:off x="4795562" y="1624267"/>
            <a:ext cx="3407691" cy="27923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66094E9-A2F1-7228-4A8F-F68B4939CC5D}"/>
              </a:ext>
            </a:extLst>
          </p:cNvPr>
          <p:cNvSpPr txBox="1"/>
          <p:nvPr/>
        </p:nvSpPr>
        <p:spPr>
          <a:xfrm>
            <a:off x="169279" y="4419359"/>
            <a:ext cx="42551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dirty="0">
                <a:cs typeface="Arial"/>
              </a:rPr>
              <a:t>- Dados suportados: </a:t>
            </a:r>
            <a:r>
              <a:rPr lang="pt-BR" sz="1200" dirty="0" err="1">
                <a:cs typeface="Arial"/>
              </a:rPr>
              <a:t>kml</a:t>
            </a:r>
            <a:r>
              <a:rPr lang="pt-BR" sz="1200" dirty="0">
                <a:cs typeface="Arial"/>
              </a:rPr>
              <a:t>, </a:t>
            </a:r>
            <a:r>
              <a:rPr lang="pt-BR" sz="1200" dirty="0" err="1">
                <a:cs typeface="Arial"/>
              </a:rPr>
              <a:t>kmz</a:t>
            </a:r>
            <a:r>
              <a:rPr lang="pt-BR" sz="1200" dirty="0">
                <a:cs typeface="Arial"/>
              </a:rPr>
              <a:t>, extensões GE</a:t>
            </a:r>
            <a:endParaRPr lang="pt-BR">
              <a:cs typeface="Calibri" panose="020F0502020204030204"/>
            </a:endParaRPr>
          </a:p>
          <a:p>
            <a:r>
              <a:rPr lang="pt-BR" sz="1200" dirty="0">
                <a:cs typeface="Arial"/>
              </a:rPr>
              <a:t>- Uso principais: geolocalização, </a:t>
            </a:r>
            <a:r>
              <a:rPr lang="pt-BR" sz="1200" dirty="0">
                <a:cs typeface="Calibri"/>
              </a:rPr>
              <a:t>imagens históricas, </a:t>
            </a:r>
            <a:r>
              <a:rPr lang="pt-BR" sz="1200" dirty="0">
                <a:cs typeface="Arial"/>
              </a:rPr>
              <a:t>verificações, conversão de coordenadas, criação de vetores, mapas simples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443E3CE-A8C3-1798-A4D6-4018B20FF731}"/>
              </a:ext>
            </a:extLst>
          </p:cNvPr>
          <p:cNvSpPr txBox="1"/>
          <p:nvPr/>
        </p:nvSpPr>
        <p:spPr>
          <a:xfrm>
            <a:off x="480349" y="1395473"/>
            <a:ext cx="100699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dirty="0"/>
              <a:t>Google Earth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B6C858E-6175-0374-B06D-9316E6698E4B}"/>
              </a:ext>
            </a:extLst>
          </p:cNvPr>
          <p:cNvSpPr txBox="1"/>
          <p:nvPr/>
        </p:nvSpPr>
        <p:spPr>
          <a:xfrm>
            <a:off x="4712342" y="1395472"/>
            <a:ext cx="131083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dirty="0"/>
              <a:t>Quantum GIS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E0FFF99-A1B2-74F7-EBBA-8AD1D1A061CC}"/>
              </a:ext>
            </a:extLst>
          </p:cNvPr>
          <p:cNvSpPr txBox="1"/>
          <p:nvPr/>
        </p:nvSpPr>
        <p:spPr>
          <a:xfrm>
            <a:off x="4430209" y="4419359"/>
            <a:ext cx="44866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dirty="0">
                <a:cs typeface="Arial"/>
              </a:rPr>
              <a:t>- Dados suportados: </a:t>
            </a:r>
            <a:r>
              <a:rPr lang="pt-BR" sz="1200" dirty="0" err="1">
                <a:cs typeface="Arial"/>
              </a:rPr>
              <a:t>kml</a:t>
            </a:r>
            <a:r>
              <a:rPr lang="pt-BR" sz="1200" dirty="0">
                <a:cs typeface="Arial"/>
              </a:rPr>
              <a:t>, </a:t>
            </a:r>
            <a:r>
              <a:rPr lang="pt-BR" sz="1200" dirty="0" err="1">
                <a:cs typeface="Arial"/>
              </a:rPr>
              <a:t>kmz</a:t>
            </a:r>
            <a:r>
              <a:rPr lang="pt-BR" sz="1200" dirty="0">
                <a:cs typeface="Arial"/>
              </a:rPr>
              <a:t>, </a:t>
            </a:r>
            <a:r>
              <a:rPr lang="pt-BR" sz="1200" dirty="0" err="1">
                <a:cs typeface="Arial"/>
              </a:rPr>
              <a:t>shp</a:t>
            </a:r>
            <a:r>
              <a:rPr lang="pt-BR" sz="1200" dirty="0">
                <a:cs typeface="Arial"/>
              </a:rPr>
              <a:t>, </a:t>
            </a:r>
            <a:r>
              <a:rPr lang="pt-BR" sz="1200" dirty="0" err="1">
                <a:cs typeface="Arial"/>
              </a:rPr>
              <a:t>geopackage</a:t>
            </a:r>
            <a:r>
              <a:rPr lang="pt-BR" sz="1200" dirty="0">
                <a:cs typeface="Arial"/>
              </a:rPr>
              <a:t>, extensões QGIS</a:t>
            </a:r>
            <a:endParaRPr lang="pt-BR"/>
          </a:p>
          <a:p>
            <a:r>
              <a:rPr lang="pt-BR" sz="1200" dirty="0">
                <a:cs typeface="Arial"/>
              </a:rPr>
              <a:t>- Uso principais: geolocalização, criação e edição de vetores, processamento de </a:t>
            </a:r>
            <a:r>
              <a:rPr lang="pt-BR" sz="1200" dirty="0" err="1">
                <a:cs typeface="Arial"/>
              </a:rPr>
              <a:t>raster</a:t>
            </a:r>
            <a:r>
              <a:rPr lang="pt-BR" sz="1200" dirty="0">
                <a:cs typeface="Arial"/>
              </a:rPr>
              <a:t>, mapas elaborados, análises espaciais, etc.</a:t>
            </a:r>
          </a:p>
        </p:txBody>
      </p:sp>
    </p:spTree>
    <p:extLst>
      <p:ext uri="{BB962C8B-B14F-4D97-AF65-F5344CB8AC3E}">
        <p14:creationId xmlns:p14="http://schemas.microsoft.com/office/powerpoint/2010/main" val="379867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9A87CCA-C099-7821-101C-EFBEC0E46676}"/>
              </a:ext>
            </a:extLst>
          </p:cNvPr>
          <p:cNvSpPr/>
          <p:nvPr/>
        </p:nvSpPr>
        <p:spPr>
          <a:xfrm>
            <a:off x="251520" y="3685991"/>
            <a:ext cx="5281017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400" b="1" u="sng" dirty="0"/>
              <a:t>Construindo um projeto SIG e </a:t>
            </a:r>
            <a:r>
              <a:rPr lang="pt-BR" sz="1400" b="1" u="sng" dirty="0">
                <a:solidFill>
                  <a:srgbClr val="C00000"/>
                </a:solidFill>
              </a:rPr>
              <a:t>Evitando erros</a:t>
            </a:r>
            <a:r>
              <a:rPr lang="pt-BR" sz="14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Uso de </a:t>
            </a:r>
            <a:r>
              <a:rPr lang="pt-BR" sz="1400" b="1" dirty="0"/>
              <a:t>fonte de dados</a:t>
            </a:r>
            <a:r>
              <a:rPr lang="pt-BR" sz="1400" dirty="0"/>
              <a:t> segura e adequada (características, escala)</a:t>
            </a:r>
            <a:endParaRPr lang="pt-BR" sz="14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Arquivos </a:t>
            </a:r>
            <a:r>
              <a:rPr lang="pt-BR" sz="1400" b="1" dirty="0"/>
              <a:t>vinculados ao QGIS </a:t>
            </a:r>
            <a:r>
              <a:rPr lang="pt-BR" sz="1400" dirty="0"/>
              <a:t>(não alterar pastas ou arquivos)</a:t>
            </a:r>
            <a:endParaRPr lang="pt-BR" sz="14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Atenção às </a:t>
            </a:r>
            <a:r>
              <a:rPr lang="pt-BR" sz="1400" b="1" dirty="0"/>
              <a:t>propriedades dos arquivos</a:t>
            </a:r>
            <a:r>
              <a:rPr lang="pt-BR" sz="1400" dirty="0"/>
              <a:t> (tipo, DATUM)</a:t>
            </a:r>
            <a:endParaRPr lang="pt-BR" sz="14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Atualização de </a:t>
            </a:r>
            <a:r>
              <a:rPr lang="pt-BR" sz="1400" b="1" dirty="0"/>
              <a:t>camadas WFS </a:t>
            </a:r>
            <a:r>
              <a:rPr lang="pt-BR" sz="1400" dirty="0"/>
              <a:t>(manter e aguardar atualização)</a:t>
            </a:r>
            <a:endParaRPr lang="pt-BR" sz="1400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Manter apenas </a:t>
            </a:r>
            <a:r>
              <a:rPr lang="pt-BR" sz="1400" b="1" dirty="0"/>
              <a:t>camadas úteis</a:t>
            </a:r>
            <a:endParaRPr lang="pt-BR" sz="1400" b="1" dirty="0">
              <a:cs typeface="Calibri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EA3CBE7-0F53-C471-93C9-42E11DB6152C}"/>
              </a:ext>
            </a:extLst>
          </p:cNvPr>
          <p:cNvGrpSpPr/>
          <p:nvPr/>
        </p:nvGrpSpPr>
        <p:grpSpPr>
          <a:xfrm>
            <a:off x="251520" y="2233429"/>
            <a:ext cx="8147943" cy="2762433"/>
            <a:chOff x="251520" y="2233429"/>
            <a:chExt cx="8147943" cy="2762433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20313B3-5895-246E-B131-668E6F8172E1}"/>
                </a:ext>
              </a:extLst>
            </p:cNvPr>
            <p:cNvSpPr/>
            <p:nvPr/>
          </p:nvSpPr>
          <p:spPr>
            <a:xfrm>
              <a:off x="251520" y="2233429"/>
              <a:ext cx="5185767" cy="830997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pt-BR" sz="1600" b="1" dirty="0"/>
                <a:t>Plano de informação:</a:t>
              </a:r>
              <a:endParaRPr lang="pt-BR" dirty="0">
                <a:cs typeface="Calibr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/>
                <a:t>Escolher o referencial geográfico - local, região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600" dirty="0"/>
                <a:t>Determinar o conjunto de dados - Plano de informação</a:t>
              </a:r>
              <a:endParaRPr lang="pt-BR" sz="1600" dirty="0">
                <a:cs typeface="Calibri"/>
              </a:endParaRPr>
            </a:p>
          </p:txBody>
        </p:sp>
        <p:pic>
          <p:nvPicPr>
            <p:cNvPr id="5" name="Imagem 4" descr="Diagrama&#10;&#10;Descrição gerada automaticamente">
              <a:extLst>
                <a:ext uri="{FF2B5EF4-FFF2-40B4-BE49-F238E27FC236}">
                  <a16:creationId xmlns:a16="http://schemas.microsoft.com/office/drawing/2014/main" id="{319AF9E9-C66D-428A-1006-FAF5642D9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59475" y="2409825"/>
              <a:ext cx="2439988" cy="2586037"/>
            </a:xfrm>
            <a:prstGeom prst="rect">
              <a:avLst/>
            </a:prstGeom>
          </p:spPr>
        </p:pic>
      </p:grpSp>
      <p:sp>
        <p:nvSpPr>
          <p:cNvPr id="3" name="CaixaDeTexto 1">
            <a:extLst>
              <a:ext uri="{FF2B5EF4-FFF2-40B4-BE49-F238E27FC236}">
                <a16:creationId xmlns:a16="http://schemas.microsoft.com/office/drawing/2014/main" id="{1E0DAE94-19E7-620E-636D-41A199A6CD8B}"/>
              </a:ext>
            </a:extLst>
          </p:cNvPr>
          <p:cNvSpPr txBox="1"/>
          <p:nvPr/>
        </p:nvSpPr>
        <p:spPr>
          <a:xfrm>
            <a:off x="247650" y="652462"/>
            <a:ext cx="5275262" cy="10772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>
                <a:cs typeface="Segoe UI"/>
              </a:rPr>
              <a:t>Vetores e topologia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sz="1600" dirty="0">
                <a:ea typeface="+mn-lt"/>
                <a:cs typeface="+mn-lt"/>
              </a:rPr>
              <a:t>Relações topológicas são aquelas que descrevem os conceitos de vizinhança, incidência, sobreposição</a:t>
            </a:r>
            <a:endParaRPr lang="pt-B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1600" dirty="0">
                <a:ea typeface="+mn-lt"/>
                <a:cs typeface="+mn-lt"/>
              </a:rPr>
              <a:t>Invariante ante a transformações como escala e rotação</a:t>
            </a:r>
            <a:endParaRPr lang="pt-BR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Imagem 5" descr="Diagrama, Forma, Círculo&#10;&#10;Descrição gerada automaticamente">
            <a:extLst>
              <a:ext uri="{FF2B5EF4-FFF2-40B4-BE49-F238E27FC236}">
                <a16:creationId xmlns:a16="http://schemas.microsoft.com/office/drawing/2014/main" id="{1912ADB7-719B-9FA3-0DEB-5332BDC73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063" y="244612"/>
            <a:ext cx="2746375" cy="1550713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Geodados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uso de projeto </a:t>
            </a:r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</a:t>
            </a:r>
            <a:endParaRPr lang="pt-BR" sz="24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838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aixaDeTexto 1">
            <a:extLst>
              <a:ext uri="{FF2B5EF4-FFF2-40B4-BE49-F238E27FC236}">
                <a16:creationId xmlns:a16="http://schemas.microsoft.com/office/drawing/2014/main" id="{1E0DAE94-19E7-620E-636D-41A199A6CD8B}"/>
              </a:ext>
            </a:extLst>
          </p:cNvPr>
          <p:cNvSpPr txBox="1"/>
          <p:nvPr/>
        </p:nvSpPr>
        <p:spPr>
          <a:xfrm>
            <a:off x="247650" y="652462"/>
            <a:ext cx="5778500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>
                <a:cs typeface="Segoe UI"/>
              </a:rPr>
              <a:t>Ferramentas QGIS para Vetor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sz="1600" dirty="0" err="1">
                <a:ea typeface="+mn-lt"/>
                <a:cs typeface="+mn-lt"/>
              </a:rPr>
              <a:t>hhhhhhh</a:t>
            </a:r>
            <a:endParaRPr lang="pt-BR" sz="1600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Geodados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uso de projeto </a:t>
            </a:r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</a:t>
            </a:r>
            <a:endParaRPr lang="pt-BR" sz="24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031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aixaDeTexto 1">
            <a:extLst>
              <a:ext uri="{FF2B5EF4-FFF2-40B4-BE49-F238E27FC236}">
                <a16:creationId xmlns:a16="http://schemas.microsoft.com/office/drawing/2014/main" id="{1E0DAE94-19E7-620E-636D-41A199A6CD8B}"/>
              </a:ext>
            </a:extLst>
          </p:cNvPr>
          <p:cNvSpPr txBox="1"/>
          <p:nvPr/>
        </p:nvSpPr>
        <p:spPr>
          <a:xfrm>
            <a:off x="247650" y="652462"/>
            <a:ext cx="5778500" cy="10772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b="1" dirty="0">
                <a:cs typeface="Segoe UI"/>
              </a:rPr>
              <a:t>Ferramentas </a:t>
            </a:r>
            <a:r>
              <a:rPr lang="pt-BR" sz="1600" b="1" dirty="0" err="1">
                <a:cs typeface="Segoe UI"/>
              </a:rPr>
              <a:t>QGIS</a:t>
            </a:r>
            <a:r>
              <a:rPr lang="pt-BR" sz="1600" b="1" dirty="0">
                <a:cs typeface="Segoe UI"/>
              </a:rPr>
              <a:t> para </a:t>
            </a:r>
            <a:r>
              <a:rPr lang="pt-BR" sz="1600" b="1" dirty="0" err="1">
                <a:cs typeface="Segoe UI"/>
              </a:rPr>
              <a:t>Raster</a:t>
            </a:r>
            <a:endParaRPr lang="pt-BR" dirty="0"/>
          </a:p>
          <a:p>
            <a:pPr marL="285750" indent="-285750">
              <a:buFont typeface="Arial"/>
              <a:buChar char="•"/>
            </a:pPr>
            <a:r>
              <a:rPr lang="pt-BR" sz="1600" dirty="0" err="1">
                <a:ea typeface="+mn-lt"/>
                <a:cs typeface="+mn-lt"/>
              </a:rPr>
              <a:t>Georreferenciar</a:t>
            </a:r>
            <a:r>
              <a:rPr lang="pt-BR" sz="1600" dirty="0">
                <a:ea typeface="+mn-lt"/>
                <a:cs typeface="+mn-lt"/>
              </a:rPr>
              <a:t> um mapa em arquivo PDF</a:t>
            </a:r>
          </a:p>
          <a:p>
            <a:pPr marL="285750" indent="-285750">
              <a:buFont typeface="Arial"/>
              <a:buChar char="•"/>
            </a:pPr>
            <a:r>
              <a:rPr lang="pt-BR" sz="1600" dirty="0">
                <a:ea typeface="+mn-lt"/>
                <a:cs typeface="+mn-lt"/>
              </a:rPr>
              <a:t>Importar imagens de satélite</a:t>
            </a:r>
          </a:p>
          <a:p>
            <a:pPr marL="285750" indent="-285750">
              <a:buFont typeface="Arial"/>
              <a:buChar char="•"/>
            </a:pPr>
            <a:r>
              <a:rPr lang="pt-BR" sz="1600" dirty="0">
                <a:ea typeface="+mn-lt"/>
                <a:cs typeface="+mn-lt"/>
              </a:rPr>
              <a:t>Existem várias extensões e funções para editar e classificar</a:t>
            </a:r>
            <a:endParaRPr lang="pt-BR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Geodados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uso de projeto </a:t>
            </a:r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</a:t>
            </a:r>
            <a:endParaRPr lang="pt-BR" sz="24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201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251520" y="590366"/>
            <a:ext cx="6336704" cy="10772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Elaboração de mapas e atlas: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Respeitar o Plano de informação - objetivo do projeto</a:t>
            </a:r>
            <a:endParaRPr lang="pt-B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Estilização de camadas de forma harmônica</a:t>
            </a:r>
            <a:endParaRPr lang="pt-BR" sz="1600" b="1" dirty="0">
              <a:ea typeface="Calibri"/>
              <a:cs typeface="Calibri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pt-BR" sz="1600" b="1" dirty="0">
                <a:cs typeface="Calibri"/>
              </a:rPr>
              <a:t>Mapas</a:t>
            </a:r>
            <a:r>
              <a:rPr lang="pt-BR" sz="1600" dirty="0">
                <a:cs typeface="Calibri"/>
              </a:rPr>
              <a:t> úteis e lindos!</a:t>
            </a:r>
            <a:endParaRPr lang="en-US" sz="1600" dirty="0">
              <a:cs typeface="Calibri"/>
            </a:endParaRPr>
          </a:p>
        </p:txBody>
      </p:sp>
      <p:grpSp>
        <p:nvGrpSpPr>
          <p:cNvPr id="44" name="Grupo 43"/>
          <p:cNvGrpSpPr/>
          <p:nvPr/>
        </p:nvGrpSpPr>
        <p:grpSpPr>
          <a:xfrm>
            <a:off x="30369" y="2878952"/>
            <a:ext cx="2935401" cy="1924465"/>
            <a:chOff x="30369" y="2878952"/>
            <a:chExt cx="2935401" cy="1924465"/>
          </a:xfrm>
        </p:grpSpPr>
        <p:sp>
          <p:nvSpPr>
            <p:cNvPr id="15" name="Retângulo 14"/>
            <p:cNvSpPr/>
            <p:nvPr/>
          </p:nvSpPr>
          <p:spPr>
            <a:xfrm>
              <a:off x="531346" y="2894854"/>
              <a:ext cx="2096438" cy="338554"/>
            </a:xfrm>
            <a:prstGeom prst="rect">
              <a:avLst/>
            </a:prstGeom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pt-BR" sz="1600" b="1" dirty="0"/>
                <a:t>Atributos de mapa</a:t>
              </a:r>
              <a:endPara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30369" y="3202979"/>
              <a:ext cx="2935401" cy="1600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400" dirty="0"/>
                <a:t>1. Sistema de projeção (</a:t>
              </a:r>
              <a:r>
                <a:rPr lang="pt-BR" sz="1400" dirty="0" err="1"/>
                <a:t>DATUM</a:t>
              </a:r>
              <a:r>
                <a:rPr lang="pt-BR" sz="1400" dirty="0"/>
                <a:t>)</a:t>
              </a:r>
            </a:p>
            <a:p>
              <a:pPr algn="ctr"/>
              <a:r>
                <a:rPr lang="pt-BR" sz="1400" dirty="0"/>
                <a:t>2. Sistema de coordenadas</a:t>
              </a:r>
            </a:p>
            <a:p>
              <a:pPr algn="ctr"/>
              <a:r>
                <a:rPr lang="pt-BR" sz="1400" dirty="0"/>
                <a:t>3. Escala e fonte dos dados</a:t>
              </a:r>
            </a:p>
            <a:p>
              <a:pPr algn="ctr"/>
              <a:r>
                <a:rPr lang="pt-BR" sz="1400" dirty="0"/>
                <a:t>4. Cores e detalhes de interesse</a:t>
              </a:r>
            </a:p>
            <a:p>
              <a:pPr algn="ctr"/>
              <a:r>
                <a:rPr lang="pt-BR" sz="1400" dirty="0"/>
                <a:t>(intuitivas e </a:t>
              </a:r>
              <a:r>
                <a:rPr lang="pt-BR" sz="1400" i="1" dirty="0" err="1"/>
                <a:t>colorfriendly</a:t>
              </a:r>
              <a:r>
                <a:rPr lang="pt-BR" sz="1400" dirty="0"/>
                <a:t>)</a:t>
              </a:r>
            </a:p>
            <a:p>
              <a:pPr algn="ctr"/>
              <a:r>
                <a:rPr lang="pt-BR" sz="1400" dirty="0"/>
                <a:t>5. Descrição e legendas</a:t>
              </a:r>
            </a:p>
            <a:p>
              <a:pPr algn="ctr"/>
              <a:r>
                <a:rPr lang="pt-BR" sz="1400" dirty="0"/>
                <a:t>6. Autoria e data</a:t>
              </a:r>
            </a:p>
          </p:txBody>
        </p:sp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691" y="2878952"/>
              <a:ext cx="337231" cy="324968"/>
            </a:xfrm>
            <a:prstGeom prst="rect">
              <a:avLst/>
            </a:prstGeom>
          </p:spPr>
        </p:pic>
      </p:grpSp>
      <p:pic>
        <p:nvPicPr>
          <p:cNvPr id="45" name="Imagem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302" y="1616767"/>
            <a:ext cx="4762788" cy="344302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4" name="Grupo 33"/>
          <p:cNvGrpSpPr/>
          <p:nvPr/>
        </p:nvGrpSpPr>
        <p:grpSpPr>
          <a:xfrm>
            <a:off x="5858099" y="1258241"/>
            <a:ext cx="2255086" cy="3340307"/>
            <a:chOff x="5772553" y="1805929"/>
            <a:chExt cx="1988009" cy="2879994"/>
          </a:xfrm>
        </p:grpSpPr>
        <p:sp>
          <p:nvSpPr>
            <p:cNvPr id="33" name="Seta para baixo 32"/>
            <p:cNvSpPr/>
            <p:nvPr/>
          </p:nvSpPr>
          <p:spPr>
            <a:xfrm rot="5400000">
              <a:off x="7514018" y="2207764"/>
              <a:ext cx="144016" cy="295924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Seta para baixo 36"/>
            <p:cNvSpPr/>
            <p:nvPr/>
          </p:nvSpPr>
          <p:spPr>
            <a:xfrm rot="5400000">
              <a:off x="7514018" y="2867712"/>
              <a:ext cx="144016" cy="295924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eta para baixo 37"/>
            <p:cNvSpPr/>
            <p:nvPr/>
          </p:nvSpPr>
          <p:spPr>
            <a:xfrm rot="5400000">
              <a:off x="7244668" y="3483003"/>
              <a:ext cx="144016" cy="295924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Seta para baixo 38"/>
            <p:cNvSpPr/>
            <p:nvPr/>
          </p:nvSpPr>
          <p:spPr>
            <a:xfrm rot="5400000">
              <a:off x="7540592" y="4465953"/>
              <a:ext cx="144016" cy="295924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Seta para baixo 39"/>
            <p:cNvSpPr/>
            <p:nvPr/>
          </p:nvSpPr>
          <p:spPr>
            <a:xfrm rot="823985">
              <a:off x="5772553" y="1805929"/>
              <a:ext cx="144016" cy="295924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CaixaDeTexto 1"/>
          <p:cNvSpPr txBox="1"/>
          <p:nvPr/>
        </p:nvSpPr>
        <p:spPr>
          <a:xfrm>
            <a:off x="5507298" y="990475"/>
            <a:ext cx="11213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Coordenadas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7785481" y="1617237"/>
            <a:ext cx="142664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200" dirty="0"/>
              <a:t>Título e descrição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784025" y="2199675"/>
            <a:ext cx="1121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Mapa de localização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785333" y="3233408"/>
            <a:ext cx="1324867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200" dirty="0"/>
              <a:t>Legenda e cores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815774" y="3856000"/>
            <a:ext cx="1121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Norte</a:t>
            </a:r>
          </a:p>
          <a:p>
            <a:r>
              <a:rPr lang="pt-BR" sz="1200" dirty="0"/>
              <a:t>Escala</a:t>
            </a:r>
          </a:p>
          <a:p>
            <a:r>
              <a:rPr lang="pt-BR" sz="1200" dirty="0"/>
              <a:t>Informações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Elaborando mapas no QGIS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775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763" y="1537054"/>
            <a:ext cx="4066838" cy="3432481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00" y="1861673"/>
            <a:ext cx="3403828" cy="3086341"/>
          </a:xfrm>
          <a:prstGeom prst="rect">
            <a:avLst/>
          </a:prstGeom>
        </p:spPr>
      </p:pic>
      <p:grpSp>
        <p:nvGrpSpPr>
          <p:cNvPr id="11" name="Grupo 10"/>
          <p:cNvGrpSpPr/>
          <p:nvPr/>
        </p:nvGrpSpPr>
        <p:grpSpPr>
          <a:xfrm>
            <a:off x="4182158" y="2499742"/>
            <a:ext cx="4083107" cy="2304256"/>
            <a:chOff x="4182158" y="2499742"/>
            <a:chExt cx="4083107" cy="2304256"/>
          </a:xfrm>
        </p:grpSpPr>
        <p:sp>
          <p:nvSpPr>
            <p:cNvPr id="17" name="Seta para cima 16"/>
            <p:cNvSpPr/>
            <p:nvPr/>
          </p:nvSpPr>
          <p:spPr>
            <a:xfrm rot="5400000">
              <a:off x="5136020" y="4503650"/>
              <a:ext cx="240384" cy="360312"/>
            </a:xfrm>
            <a:prstGeom prst="up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7092280" y="3633435"/>
              <a:ext cx="1172985" cy="30646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pt-BR" sz="1200" dirty="0"/>
                <a:t>Informações</a:t>
              </a:r>
              <a:endPara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Seta para cima 19"/>
            <p:cNvSpPr/>
            <p:nvPr/>
          </p:nvSpPr>
          <p:spPr>
            <a:xfrm rot="16200000">
              <a:off x="7086873" y="2433141"/>
              <a:ext cx="227110" cy="360312"/>
            </a:xfrm>
            <a:prstGeom prst="up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 de cantos arredondados 20"/>
            <p:cNvSpPr/>
            <p:nvPr/>
          </p:nvSpPr>
          <p:spPr>
            <a:xfrm>
              <a:off x="4182158" y="2557340"/>
              <a:ext cx="1172985" cy="510778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pt-BR" sz="1200" dirty="0"/>
                <a:t>Elementos e propriedades</a:t>
              </a:r>
              <a:endPara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2" name="Seta para cima 21"/>
          <p:cNvSpPr/>
          <p:nvPr/>
        </p:nvSpPr>
        <p:spPr>
          <a:xfrm rot="5400000">
            <a:off x="168020" y="1830545"/>
            <a:ext cx="339024" cy="360312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/>
          <p:nvPr/>
        </p:nvCxnSpPr>
        <p:spPr>
          <a:xfrm flipH="1">
            <a:off x="1955102" y="1508117"/>
            <a:ext cx="2749896" cy="19747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CA5C3A22-9864-23EB-EA7E-92ED46FB4B9A}"/>
              </a:ext>
            </a:extLst>
          </p:cNvPr>
          <p:cNvSpPr/>
          <p:nvPr/>
        </p:nvSpPr>
        <p:spPr>
          <a:xfrm>
            <a:off x="251520" y="590366"/>
            <a:ext cx="8524180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Compositor - mapas:</a:t>
            </a: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ea typeface="Calibri"/>
                <a:cs typeface="Calibri"/>
              </a:rPr>
              <a:t>Compositor layout permite a elaboração de relatórios e mapas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pt-BR" sz="1600" dirty="0">
                <a:ea typeface="Calibri"/>
                <a:cs typeface="Calibri"/>
              </a:rPr>
              <a:t>Os </a:t>
            </a:r>
            <a:r>
              <a:rPr lang="pt-BR" sz="1600" b="1" dirty="0">
                <a:ea typeface="Calibri"/>
                <a:cs typeface="Calibri"/>
              </a:rPr>
              <a:t>layouts prontos </a:t>
            </a:r>
            <a:r>
              <a:rPr lang="pt-BR" sz="1600" dirty="0">
                <a:ea typeface="Calibri"/>
                <a:cs typeface="Calibri"/>
              </a:rPr>
              <a:t>podem auxiliar na construção de mapas</a:t>
            </a:r>
            <a:endParaRPr lang="en-US" sz="1600" dirty="0">
              <a:ea typeface="Calibri"/>
              <a:cs typeface="Calibri"/>
            </a:endParaRPr>
          </a:p>
        </p:txBody>
      </p:sp>
      <p:pic>
        <p:nvPicPr>
          <p:cNvPr id="16" name="Imagem 15" descr="Uma imagem contendo relógio, homem, deitado, azul&#10;&#10;Descrição gerada automaticamente">
            <a:extLst>
              <a:ext uri="{FF2B5EF4-FFF2-40B4-BE49-F238E27FC236}">
                <a16:creationId xmlns:a16="http://schemas.microsoft.com/office/drawing/2014/main" id="{F72A27BA-0844-B168-93DF-58533CE527A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34F30F5E-B9E8-E1F5-CE3F-C933BA3C86A7}"/>
              </a:ext>
            </a:extLst>
          </p:cNvPr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Elaborando mapas no QGIS</a:t>
            </a:r>
            <a:endParaRPr lang="pt-BR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94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apa&#10;&#10;Descrição gerada automaticamente">
            <a:extLst>
              <a:ext uri="{FF2B5EF4-FFF2-40B4-BE49-F238E27FC236}">
                <a16:creationId xmlns:a16="http://schemas.microsoft.com/office/drawing/2014/main" id="{D50DFA09-52BC-370A-861A-3BA6CAA6D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6" y="1407626"/>
            <a:ext cx="6691312" cy="3667124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251520" y="590366"/>
            <a:ext cx="852418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Compositor - mapas:</a:t>
            </a:r>
            <a:endParaRPr lang="pt-BR" sz="1600" dirty="0"/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pt-BR" sz="1600" dirty="0">
                <a:ea typeface="Calibri"/>
                <a:cs typeface="Calibri"/>
              </a:rPr>
              <a:t>Utilize as ferramentas para alterar propriedades e informações</a:t>
            </a:r>
            <a:endParaRPr lang="pt-BR" sz="1600" dirty="0"/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tângulo 3"/>
          <p:cNvSpPr/>
          <p:nvPr/>
        </p:nvSpPr>
        <p:spPr>
          <a:xfrm>
            <a:off x="3280172" y="2184400"/>
            <a:ext cx="279400" cy="2444968"/>
          </a:xfrm>
          <a:prstGeom prst="rect">
            <a:avLst/>
          </a:prstGeom>
          <a:noFill/>
          <a:ln w="28575">
            <a:solidFill>
              <a:srgbClr val="33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6747271" y="2927350"/>
            <a:ext cx="1958579" cy="1733768"/>
          </a:xfrm>
          <a:prstGeom prst="rect">
            <a:avLst/>
          </a:prstGeom>
          <a:noFill/>
          <a:ln w="28575">
            <a:solidFill>
              <a:srgbClr val="33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3330971" y="1816273"/>
            <a:ext cx="4066779" cy="196677"/>
          </a:xfrm>
          <a:prstGeom prst="rect">
            <a:avLst/>
          </a:prstGeom>
          <a:noFill/>
          <a:ln w="28575">
            <a:solidFill>
              <a:srgbClr val="33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3728095" y="1541123"/>
            <a:ext cx="5196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339933"/>
                </a:solidFill>
              </a:rPr>
              <a:t>Ferramentas do documento: Configurações de página, Salvar, Exportar, Atlas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873874" y="2205850"/>
            <a:ext cx="1901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339933"/>
                </a:solidFill>
              </a:rPr>
              <a:t>Propriedades dos itens</a:t>
            </a:r>
          </a:p>
        </p:txBody>
      </p:sp>
      <p:sp>
        <p:nvSpPr>
          <p:cNvPr id="5" name="Retângulo 4"/>
          <p:cNvSpPr/>
          <p:nvPr/>
        </p:nvSpPr>
        <p:spPr>
          <a:xfrm>
            <a:off x="347270" y="4073283"/>
            <a:ext cx="16825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ea typeface="Calibri"/>
                <a:cs typeface="Calibri"/>
              </a:rPr>
              <a:t>Layout de impressão:</a:t>
            </a:r>
          </a:p>
          <a:p>
            <a:r>
              <a:rPr lang="pt-BR" sz="1200" dirty="0">
                <a:ea typeface="Calibri"/>
                <a:cs typeface="Calibri"/>
              </a:rPr>
              <a:t>Adicionar itens e camadas de interesse dentre aquelas inclusas no projeto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0" y="4060132"/>
            <a:ext cx="337231" cy="324968"/>
          </a:xfrm>
          <a:prstGeom prst="rect">
            <a:avLst/>
          </a:prstGeom>
        </p:spPr>
      </p:pic>
      <p:sp>
        <p:nvSpPr>
          <p:cNvPr id="21" name="CaixaDeTexto 20"/>
          <p:cNvSpPr txBox="1"/>
          <p:nvPr/>
        </p:nvSpPr>
        <p:spPr>
          <a:xfrm>
            <a:off x="2152650" y="2509385"/>
            <a:ext cx="1102122" cy="1015663"/>
          </a:xfrm>
          <a:prstGeom prst="rect">
            <a:avLst/>
          </a:prstGeom>
          <a:solidFill>
            <a:schemeClr val="bg1"/>
          </a:solidFill>
          <a:ln>
            <a:solidFill>
              <a:srgbClr val="33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rgbClr val="339933"/>
                </a:solidFill>
              </a:rPr>
              <a:t>Seleção do item</a:t>
            </a:r>
          </a:p>
          <a:p>
            <a:pPr algn="ctr"/>
            <a:r>
              <a:rPr lang="pt-BR" sz="1000" dirty="0" err="1">
                <a:solidFill>
                  <a:srgbClr val="339933"/>
                </a:solidFill>
              </a:rPr>
              <a:t>Kkkk</a:t>
            </a:r>
            <a:endParaRPr lang="pt-BR" sz="1000" dirty="0">
              <a:solidFill>
                <a:srgbClr val="339933"/>
              </a:solidFill>
            </a:endParaRPr>
          </a:p>
          <a:p>
            <a:pPr algn="ctr"/>
            <a:r>
              <a:rPr lang="pt-BR" sz="1000" dirty="0" err="1">
                <a:solidFill>
                  <a:srgbClr val="339933"/>
                </a:solidFill>
              </a:rPr>
              <a:t>Kkk</a:t>
            </a:r>
            <a:endParaRPr lang="pt-BR" sz="1000" dirty="0">
              <a:solidFill>
                <a:srgbClr val="339933"/>
              </a:solidFill>
            </a:endParaRPr>
          </a:p>
          <a:p>
            <a:pPr algn="ctr"/>
            <a:r>
              <a:rPr lang="pt-BR" sz="1000" dirty="0" err="1">
                <a:solidFill>
                  <a:srgbClr val="339933"/>
                </a:solidFill>
              </a:rPr>
              <a:t>Kkk</a:t>
            </a:r>
            <a:endParaRPr lang="pt-BR" sz="1000" dirty="0">
              <a:solidFill>
                <a:srgbClr val="339933"/>
              </a:solidFill>
            </a:endParaRPr>
          </a:p>
          <a:p>
            <a:pPr algn="ctr"/>
            <a:r>
              <a:rPr lang="pt-BR" sz="1000" dirty="0" err="1">
                <a:solidFill>
                  <a:srgbClr val="339933"/>
                </a:solidFill>
              </a:rPr>
              <a:t>Kk</a:t>
            </a:r>
            <a:endParaRPr lang="pt-BR" sz="1000" dirty="0">
              <a:solidFill>
                <a:srgbClr val="339933"/>
              </a:solidFill>
            </a:endParaRPr>
          </a:p>
          <a:p>
            <a:pPr algn="ctr"/>
            <a:endParaRPr lang="pt-BR" sz="1000" dirty="0">
              <a:solidFill>
                <a:srgbClr val="339933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Elaborando mapas no QGIS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180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251520" y="590366"/>
            <a:ext cx="8524180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b="1" dirty="0"/>
              <a:t>Compositor - atlas: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cs typeface="Calibri"/>
              </a:rPr>
              <a:t>Ferramenta de Atlas - vários mapas a partir de camada de cobertura</a:t>
            </a:r>
            <a:endParaRPr lang="pt-BR" sz="1600" dirty="0">
              <a:ea typeface="Calibri"/>
              <a:cs typeface="Calibri"/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Seta para baixo 6"/>
          <p:cNvSpPr/>
          <p:nvPr/>
        </p:nvSpPr>
        <p:spPr>
          <a:xfrm rot="16200000" flipH="1">
            <a:off x="148707" y="1643110"/>
            <a:ext cx="139858" cy="206467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6747271" y="2927350"/>
            <a:ext cx="1958579" cy="1733768"/>
          </a:xfrm>
          <a:prstGeom prst="rect">
            <a:avLst/>
          </a:prstGeom>
          <a:noFill/>
          <a:ln w="28575">
            <a:solidFill>
              <a:srgbClr val="33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873874" y="2205850"/>
            <a:ext cx="1901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339933"/>
                </a:solidFill>
              </a:rPr>
              <a:t>Propriedades dos itens</a:t>
            </a:r>
          </a:p>
        </p:txBody>
      </p:sp>
      <p:sp>
        <p:nvSpPr>
          <p:cNvPr id="5" name="Retângulo 4"/>
          <p:cNvSpPr/>
          <p:nvPr/>
        </p:nvSpPr>
        <p:spPr>
          <a:xfrm>
            <a:off x="347270" y="4073283"/>
            <a:ext cx="1682545" cy="27699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200" dirty="0">
                <a:ea typeface="Calibri"/>
                <a:cs typeface="Calibri"/>
              </a:rPr>
              <a:t>Atlas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0" y="4060132"/>
            <a:ext cx="337231" cy="324968"/>
          </a:xfrm>
          <a:prstGeom prst="rect">
            <a:avLst/>
          </a:prstGeom>
        </p:spPr>
      </p:pic>
      <p:sp>
        <p:nvSpPr>
          <p:cNvPr id="21" name="CaixaDeTexto 20"/>
          <p:cNvSpPr txBox="1"/>
          <p:nvPr/>
        </p:nvSpPr>
        <p:spPr>
          <a:xfrm>
            <a:off x="2152650" y="2509385"/>
            <a:ext cx="1102122" cy="1015663"/>
          </a:xfrm>
          <a:prstGeom prst="rect">
            <a:avLst/>
          </a:prstGeom>
          <a:solidFill>
            <a:schemeClr val="bg1"/>
          </a:solidFill>
          <a:ln>
            <a:solidFill>
              <a:srgbClr val="33993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solidFill>
                  <a:srgbClr val="339933"/>
                </a:solidFill>
              </a:rPr>
              <a:t>Seleção do item</a:t>
            </a:r>
          </a:p>
          <a:p>
            <a:pPr algn="ctr"/>
            <a:r>
              <a:rPr lang="pt-BR" sz="1000" dirty="0" err="1">
                <a:solidFill>
                  <a:srgbClr val="339933"/>
                </a:solidFill>
              </a:rPr>
              <a:t>Kkkk</a:t>
            </a:r>
            <a:endParaRPr lang="pt-BR" sz="1000" dirty="0">
              <a:solidFill>
                <a:srgbClr val="339933"/>
              </a:solidFill>
            </a:endParaRPr>
          </a:p>
          <a:p>
            <a:pPr algn="ctr"/>
            <a:r>
              <a:rPr lang="pt-BR" sz="1000" dirty="0" err="1">
                <a:solidFill>
                  <a:srgbClr val="339933"/>
                </a:solidFill>
              </a:rPr>
              <a:t>Kkk</a:t>
            </a:r>
            <a:endParaRPr lang="pt-BR" sz="1000" dirty="0">
              <a:solidFill>
                <a:srgbClr val="339933"/>
              </a:solidFill>
            </a:endParaRPr>
          </a:p>
          <a:p>
            <a:pPr algn="ctr"/>
            <a:r>
              <a:rPr lang="pt-BR" sz="1000" dirty="0" err="1">
                <a:solidFill>
                  <a:srgbClr val="339933"/>
                </a:solidFill>
              </a:rPr>
              <a:t>Kkk</a:t>
            </a:r>
            <a:endParaRPr lang="pt-BR" sz="1000" dirty="0">
              <a:solidFill>
                <a:srgbClr val="339933"/>
              </a:solidFill>
            </a:endParaRPr>
          </a:p>
          <a:p>
            <a:pPr algn="ctr"/>
            <a:r>
              <a:rPr lang="pt-BR" sz="1000" dirty="0" err="1">
                <a:solidFill>
                  <a:srgbClr val="339933"/>
                </a:solidFill>
              </a:rPr>
              <a:t>Kk</a:t>
            </a:r>
            <a:endParaRPr lang="pt-BR" sz="1000" dirty="0">
              <a:solidFill>
                <a:srgbClr val="339933"/>
              </a:solidFill>
            </a:endParaRPr>
          </a:p>
          <a:p>
            <a:pPr algn="ctr"/>
            <a:endParaRPr lang="pt-BR" sz="1000" dirty="0">
              <a:solidFill>
                <a:srgbClr val="339933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Elaborando mapas no QGIS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025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/>
          <p:cNvGrpSpPr>
            <a:grpSpLocks noChangeAspect="1"/>
          </p:cNvGrpSpPr>
          <p:nvPr/>
        </p:nvGrpSpPr>
        <p:grpSpPr>
          <a:xfrm>
            <a:off x="1882512" y="1456721"/>
            <a:ext cx="6791440" cy="1163609"/>
            <a:chOff x="4227176" y="1800994"/>
            <a:chExt cx="5360008" cy="1001223"/>
          </a:xfrm>
        </p:grpSpPr>
        <p:sp>
          <p:nvSpPr>
            <p:cNvPr id="25" name="Retângulo de cantos arredondados 24"/>
            <p:cNvSpPr/>
            <p:nvPr/>
          </p:nvSpPr>
          <p:spPr>
            <a:xfrm>
              <a:off x="4227176" y="1808367"/>
              <a:ext cx="5360008" cy="993850"/>
            </a:xfrm>
            <a:prstGeom prst="roundRect">
              <a:avLst/>
            </a:prstGeom>
            <a:solidFill>
              <a:schemeClr val="bg1">
                <a:lumMod val="85000"/>
                <a:alpha val="38824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8" name="Grupo 27"/>
            <p:cNvGrpSpPr/>
            <p:nvPr/>
          </p:nvGrpSpPr>
          <p:grpSpPr>
            <a:xfrm>
              <a:off x="4788024" y="1906964"/>
              <a:ext cx="1194732" cy="875611"/>
              <a:chOff x="4666628" y="1668487"/>
              <a:chExt cx="1194732" cy="875611"/>
            </a:xfrm>
          </p:grpSpPr>
          <p:pic>
            <p:nvPicPr>
              <p:cNvPr id="47" name="Imagem 46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48833" y="1668487"/>
                <a:ext cx="830323" cy="637784"/>
              </a:xfrm>
              <a:prstGeom prst="rect">
                <a:avLst/>
              </a:prstGeom>
            </p:spPr>
          </p:pic>
          <p:sp>
            <p:nvSpPr>
              <p:cNvPr id="48" name="Retângulo 47"/>
              <p:cNvSpPr/>
              <p:nvPr/>
            </p:nvSpPr>
            <p:spPr>
              <a:xfrm>
                <a:off x="4666628" y="2279272"/>
                <a:ext cx="1194732" cy="264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>
                    <a:solidFill>
                      <a:schemeClr val="bg1">
                        <a:lumMod val="65000"/>
                      </a:schemeClr>
                    </a:solidFill>
                  </a:rPr>
                  <a:t>Dados espaciais</a:t>
                </a:r>
                <a:endParaRPr lang="pt-BR" sz="1400" b="1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9" name="Grupo 28"/>
            <p:cNvGrpSpPr/>
            <p:nvPr/>
          </p:nvGrpSpPr>
          <p:grpSpPr>
            <a:xfrm>
              <a:off x="7580898" y="1800994"/>
              <a:ext cx="1405242" cy="981858"/>
              <a:chOff x="7459502" y="1562517"/>
              <a:chExt cx="1405242" cy="981858"/>
            </a:xfrm>
          </p:grpSpPr>
          <p:pic>
            <p:nvPicPr>
              <p:cNvPr id="43" name="Imagem 42"/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0423" y="1562517"/>
                <a:ext cx="1001097" cy="893184"/>
              </a:xfrm>
              <a:prstGeom prst="rect">
                <a:avLst/>
              </a:prstGeom>
            </p:spPr>
          </p:pic>
          <p:sp>
            <p:nvSpPr>
              <p:cNvPr id="46" name="Retângulo 45"/>
              <p:cNvSpPr/>
              <p:nvPr/>
            </p:nvSpPr>
            <p:spPr>
              <a:xfrm>
                <a:off x="7459502" y="2279550"/>
                <a:ext cx="1405242" cy="264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>
                    <a:solidFill>
                      <a:schemeClr val="bg1">
                        <a:lumMod val="65000"/>
                      </a:schemeClr>
                    </a:solidFill>
                  </a:rPr>
                  <a:t>Informação espacial</a:t>
                </a:r>
                <a:endParaRPr lang="pt-BR" sz="1400" b="1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30" name="Grupo 29"/>
            <p:cNvGrpSpPr/>
            <p:nvPr/>
          </p:nvGrpSpPr>
          <p:grpSpPr>
            <a:xfrm>
              <a:off x="6084168" y="1842935"/>
              <a:ext cx="1411836" cy="939640"/>
              <a:chOff x="5962772" y="1604458"/>
              <a:chExt cx="1411836" cy="939640"/>
            </a:xfrm>
          </p:grpSpPr>
          <p:pic>
            <p:nvPicPr>
              <p:cNvPr id="35" name="Imagem 34"/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04910" y="1604458"/>
                <a:ext cx="732977" cy="776487"/>
              </a:xfrm>
              <a:prstGeom prst="rect">
                <a:avLst/>
              </a:prstGeom>
            </p:spPr>
          </p:pic>
          <p:sp>
            <p:nvSpPr>
              <p:cNvPr id="42" name="Retângulo 41"/>
              <p:cNvSpPr/>
              <p:nvPr/>
            </p:nvSpPr>
            <p:spPr>
              <a:xfrm>
                <a:off x="5962772" y="2279272"/>
                <a:ext cx="1411836" cy="2648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>
                    <a:solidFill>
                      <a:schemeClr val="bg1">
                        <a:lumMod val="65000"/>
                      </a:schemeClr>
                    </a:solidFill>
                  </a:rPr>
                  <a:t>Processamento</a:t>
                </a:r>
                <a:endParaRPr lang="pt-BR" sz="1400" b="1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1" name="Seta para a direita 30"/>
            <p:cNvSpPr/>
            <p:nvPr/>
          </p:nvSpPr>
          <p:spPr>
            <a:xfrm>
              <a:off x="5940152" y="2227556"/>
              <a:ext cx="280869" cy="75124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Seta para a direita 31"/>
            <p:cNvSpPr/>
            <p:nvPr/>
          </p:nvSpPr>
          <p:spPr>
            <a:xfrm>
              <a:off x="7373986" y="2227556"/>
              <a:ext cx="280869" cy="75124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" name="Retângulo 5"/>
          <p:cNvSpPr/>
          <p:nvPr/>
        </p:nvSpPr>
        <p:spPr>
          <a:xfrm>
            <a:off x="251520" y="637339"/>
            <a:ext cx="6336704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600" dirty="0"/>
              <a:t>Organização dos dados geoespaciais (pasta de camadas e metadados)</a:t>
            </a:r>
            <a:endParaRPr lang="pt-BR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Elaboração de projeto e mapas</a:t>
            </a:r>
            <a:endParaRPr lang="pt-BR" sz="1600" dirty="0">
              <a:cs typeface="Calibri"/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CaixaDeTexto 22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Construindo um projeto SIG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106095" y="4661118"/>
            <a:ext cx="2809721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lang="pt-BR" b="1"/>
              <a:t>Prática – campo e QGIS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75" y="2203808"/>
            <a:ext cx="1145185" cy="717465"/>
          </a:xfrm>
          <a:prstGeom prst="rect">
            <a:avLst/>
          </a:prstGeom>
        </p:spPr>
      </p:pic>
      <p:sp>
        <p:nvSpPr>
          <p:cNvPr id="49" name="Retângulo 48"/>
          <p:cNvSpPr/>
          <p:nvPr/>
        </p:nvSpPr>
        <p:spPr>
          <a:xfrm>
            <a:off x="185577" y="2937441"/>
            <a:ext cx="14244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400"/>
              <a:t>Pergunta/</a:t>
            </a:r>
          </a:p>
          <a:p>
            <a:pPr algn="ctr"/>
            <a:r>
              <a:rPr lang="pt-BR" sz="1400"/>
              <a:t>Questão espacial</a:t>
            </a:r>
          </a:p>
        </p:txBody>
      </p:sp>
      <p:sp>
        <p:nvSpPr>
          <p:cNvPr id="50" name="Retângulo 49"/>
          <p:cNvSpPr/>
          <p:nvPr/>
        </p:nvSpPr>
        <p:spPr>
          <a:xfrm>
            <a:off x="2149884" y="2922962"/>
            <a:ext cx="15701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/>
              <a:t>Dados de interesse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4331327" y="2930541"/>
            <a:ext cx="9982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/>
              <a:t>Projeto SIG</a:t>
            </a:r>
          </a:p>
        </p:txBody>
      </p:sp>
      <p:grpSp>
        <p:nvGrpSpPr>
          <p:cNvPr id="9" name="Grupo 8"/>
          <p:cNvGrpSpPr>
            <a:grpSpLocks noChangeAspect="1"/>
          </p:cNvGrpSpPr>
          <p:nvPr/>
        </p:nvGrpSpPr>
        <p:grpSpPr>
          <a:xfrm>
            <a:off x="4203756" y="3261516"/>
            <a:ext cx="1264116" cy="1512425"/>
            <a:chOff x="4777147" y="2262712"/>
            <a:chExt cx="2528233" cy="3024852"/>
          </a:xfrm>
        </p:grpSpPr>
        <p:pic>
          <p:nvPicPr>
            <p:cNvPr id="54" name="Imagem 5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77147" y="2262712"/>
              <a:ext cx="2528233" cy="2664296"/>
            </a:xfrm>
            <a:prstGeom prst="rect">
              <a:avLst/>
            </a:prstGeom>
          </p:spPr>
        </p:pic>
        <p:pic>
          <p:nvPicPr>
            <p:cNvPr id="55" name="Imagem 5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7531" y="4284919"/>
              <a:ext cx="2095298" cy="1002645"/>
            </a:xfrm>
            <a:prstGeom prst="rect">
              <a:avLst/>
            </a:prstGeom>
          </p:spPr>
        </p:pic>
      </p:grpSp>
      <p:pic>
        <p:nvPicPr>
          <p:cNvPr id="56" name="Imagem 5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546" y="3315042"/>
            <a:ext cx="1515799" cy="10716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7" name="Retângulo 56"/>
          <p:cNvSpPr/>
          <p:nvPr/>
        </p:nvSpPr>
        <p:spPr>
          <a:xfrm>
            <a:off x="5659220" y="2922962"/>
            <a:ext cx="16655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/>
              <a:t>Elaboração de mapa</a:t>
            </a:r>
          </a:p>
        </p:txBody>
      </p:sp>
      <p:pic>
        <p:nvPicPr>
          <p:cNvPr id="58" name="Imagem 5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315042"/>
            <a:ext cx="271331" cy="383254"/>
          </a:xfrm>
          <a:prstGeom prst="rect">
            <a:avLst/>
          </a:prstGeom>
        </p:spPr>
      </p:pic>
      <p:sp>
        <p:nvSpPr>
          <p:cNvPr id="59" name="Retângulo 58"/>
          <p:cNvSpPr/>
          <p:nvPr/>
        </p:nvSpPr>
        <p:spPr>
          <a:xfrm>
            <a:off x="1855417" y="3618038"/>
            <a:ext cx="8795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/>
              <a:t>Ponto local</a:t>
            </a:r>
          </a:p>
        </p:txBody>
      </p:sp>
      <p:sp>
        <p:nvSpPr>
          <p:cNvPr id="60" name="Seta para a direita 59"/>
          <p:cNvSpPr/>
          <p:nvPr/>
        </p:nvSpPr>
        <p:spPr>
          <a:xfrm>
            <a:off x="864955" y="3573477"/>
            <a:ext cx="280869" cy="23719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 61"/>
          <p:cNvSpPr/>
          <p:nvPr/>
        </p:nvSpPr>
        <p:spPr>
          <a:xfrm>
            <a:off x="7452572" y="2931942"/>
            <a:ext cx="1495217" cy="677108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pt-BR" sz="1400" dirty="0"/>
              <a:t>Análise</a:t>
            </a:r>
          </a:p>
          <a:p>
            <a:pPr algn="ctr"/>
            <a:r>
              <a:rPr lang="pt-BR" sz="1200" dirty="0"/>
              <a:t>(cenas dos próximos </a:t>
            </a:r>
          </a:p>
          <a:p>
            <a:pPr algn="ctr"/>
            <a:r>
              <a:rPr lang="pt-BR" sz="1200" dirty="0"/>
              <a:t>capítulos)</a:t>
            </a:r>
          </a:p>
        </p:txBody>
      </p:sp>
      <p:pic>
        <p:nvPicPr>
          <p:cNvPr id="63" name="Imagem 6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793" y="3581070"/>
            <a:ext cx="679111" cy="805664"/>
          </a:xfrm>
          <a:prstGeom prst="rect">
            <a:avLst/>
          </a:prstGeom>
        </p:spPr>
      </p:pic>
      <p:grpSp>
        <p:nvGrpSpPr>
          <p:cNvPr id="3" name="Grupo 2"/>
          <p:cNvGrpSpPr/>
          <p:nvPr/>
        </p:nvGrpSpPr>
        <p:grpSpPr>
          <a:xfrm>
            <a:off x="2689594" y="3155814"/>
            <a:ext cx="1195694" cy="1290567"/>
            <a:chOff x="2697317" y="3307732"/>
            <a:chExt cx="1195694" cy="1290567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82"/>
            <a:stretch/>
          </p:blipFill>
          <p:spPr>
            <a:xfrm>
              <a:off x="2697317" y="3466961"/>
              <a:ext cx="1195694" cy="1131338"/>
            </a:xfrm>
            <a:prstGeom prst="rect">
              <a:avLst/>
            </a:prstGeom>
          </p:spPr>
        </p:pic>
        <p:sp>
          <p:nvSpPr>
            <p:cNvPr id="36" name="Retângulo 35"/>
            <p:cNvSpPr/>
            <p:nvPr/>
          </p:nvSpPr>
          <p:spPr>
            <a:xfrm>
              <a:off x="3002697" y="3307732"/>
              <a:ext cx="639919" cy="230832"/>
            </a:xfrm>
            <a:prstGeom prst="rect">
              <a:avLst/>
            </a:prstGeom>
          </p:spPr>
          <p:txBody>
            <a:bodyPr wrap="none" lIns="91440" tIns="45720" rIns="91440" bIns="45720" anchor="t">
              <a:spAutoFit/>
            </a:bodyPr>
            <a:lstStyle/>
            <a:p>
              <a:r>
                <a:rPr lang="pt-BR" sz="900" dirty="0"/>
                <a:t>Site fonte</a:t>
              </a:r>
            </a:p>
          </p:txBody>
        </p:sp>
      </p:grpSp>
      <p:pic>
        <p:nvPicPr>
          <p:cNvPr id="39" name="Imagem 3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747" y="3405599"/>
            <a:ext cx="228630" cy="23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2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aixaDeTexto 138"/>
          <p:cNvSpPr txBox="1"/>
          <p:nvPr/>
        </p:nvSpPr>
        <p:spPr>
          <a:xfrm>
            <a:off x="456761" y="529760"/>
            <a:ext cx="4444799" cy="19697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400" b="1" dirty="0">
                <a:solidFill>
                  <a:srgbClr val="000000"/>
                </a:solidFill>
                <a:ea typeface="Calibri"/>
                <a:cs typeface="Calibri"/>
              </a:rPr>
              <a:t>Treinamento 4</a:t>
            </a:r>
          </a:p>
          <a:p>
            <a:endParaRPr lang="pt-BR" sz="2400" dirty="0">
              <a:solidFill>
                <a:srgbClr val="000000"/>
              </a:solidFill>
            </a:endParaRPr>
          </a:p>
          <a:p>
            <a:r>
              <a:rPr lang="pt-BR" sz="1400" u="sng" dirty="0">
                <a:solidFill>
                  <a:srgbClr val="000000"/>
                </a:solidFill>
              </a:rPr>
              <a:t>Aplicações SIG e Análise de dados espaciais</a:t>
            </a:r>
            <a:endParaRPr lang="pt-BR" sz="1400" u="sng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O que é análise espacial?</a:t>
            </a:r>
          </a:p>
          <a:p>
            <a:r>
              <a:rPr lang="pt-BR" sz="1400" dirty="0">
                <a:solidFill>
                  <a:srgbClr val="000000"/>
                </a:solidFill>
              </a:rPr>
              <a:t>- Aplicações de SIG: ilustrações, análises ambientais, banco de dados</a:t>
            </a:r>
            <a:endParaRPr lang="pt-BR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Verificação de intervenções, desmatamento, etc.</a:t>
            </a:r>
            <a:endParaRPr lang="pt-BR" sz="1400" dirty="0">
              <a:solidFill>
                <a:srgbClr val="000000"/>
              </a:solidFill>
              <a:cs typeface="Calibri"/>
            </a:endParaRPr>
          </a:p>
          <a:p>
            <a:r>
              <a:rPr lang="pt-BR" sz="1400" dirty="0">
                <a:solidFill>
                  <a:srgbClr val="000000"/>
                </a:solidFill>
              </a:rPr>
              <a:t>- Uso de ferramentas e análise temporal</a:t>
            </a:r>
            <a:endParaRPr lang="pt-BR" sz="1400" dirty="0">
              <a:solidFill>
                <a:srgbClr val="000000"/>
              </a:solidFill>
              <a:cs typeface="Calibri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88" y="879562"/>
            <a:ext cx="2528233" cy="2664296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72" y="2901769"/>
            <a:ext cx="2095298" cy="1002645"/>
          </a:xfrm>
          <a:prstGeom prst="rect">
            <a:avLst/>
          </a:prstGeom>
        </p:spPr>
      </p:pic>
      <p:grpSp>
        <p:nvGrpSpPr>
          <p:cNvPr id="32" name="Grupo 31"/>
          <p:cNvGrpSpPr>
            <a:grpSpLocks noChangeAspect="1"/>
          </p:cNvGrpSpPr>
          <p:nvPr/>
        </p:nvGrpSpPr>
        <p:grpSpPr>
          <a:xfrm>
            <a:off x="5652120" y="339502"/>
            <a:ext cx="936104" cy="936104"/>
            <a:chOff x="2987824" y="339502"/>
            <a:chExt cx="3168352" cy="3168352"/>
          </a:xfrm>
        </p:grpSpPr>
        <p:pic>
          <p:nvPicPr>
            <p:cNvPr id="29" name="Imagem 2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824" y="339502"/>
              <a:ext cx="3168352" cy="3168352"/>
            </a:xfrm>
            <a:prstGeom prst="rect">
              <a:avLst/>
            </a:prstGeom>
          </p:spPr>
        </p:pic>
        <p:sp>
          <p:nvSpPr>
            <p:cNvPr id="31" name="Retângulo 30"/>
            <p:cNvSpPr/>
            <p:nvPr/>
          </p:nvSpPr>
          <p:spPr>
            <a:xfrm>
              <a:off x="4441236" y="2126450"/>
              <a:ext cx="303228" cy="3467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50027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251520" y="590366"/>
            <a:ext cx="6336704" cy="13234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pt-BR" sz="1600" dirty="0">
              <a:solidFill>
                <a:srgbClr val="FF0000"/>
              </a:solidFill>
              <a:cs typeface="Calibri"/>
            </a:endParaRPr>
          </a:p>
          <a:p>
            <a:r>
              <a:rPr lang="pt-BR" sz="1600" u="sng" dirty="0">
                <a:solidFill>
                  <a:srgbClr val="FF0000"/>
                </a:solidFill>
              </a:rPr>
              <a:t>Aplicações SIG e Análise de dados espaciais</a:t>
            </a:r>
            <a:endParaRPr lang="pt-BR" sz="1600" u="sng" dirty="0">
              <a:solidFill>
                <a:srgbClr val="FF0000"/>
              </a:solidFill>
              <a:cs typeface="Calibri"/>
            </a:endParaRPr>
          </a:p>
          <a:p>
            <a:r>
              <a:rPr lang="pt-BR" sz="1600" dirty="0">
                <a:solidFill>
                  <a:srgbClr val="FF0000"/>
                </a:solidFill>
              </a:rPr>
              <a:t>- Aplicações de SIG: ilustrações, análises ambientais, banco de dados</a:t>
            </a:r>
            <a:endParaRPr lang="pt-BR" sz="1600" dirty="0">
              <a:solidFill>
                <a:srgbClr val="FF0000"/>
              </a:solidFill>
              <a:cs typeface="Calibri"/>
            </a:endParaRPr>
          </a:p>
          <a:p>
            <a:r>
              <a:rPr lang="pt-BR" sz="1600" dirty="0">
                <a:solidFill>
                  <a:srgbClr val="FF0000"/>
                </a:solidFill>
              </a:rPr>
              <a:t>- Verificação de intervenções, desmatamento, etc.</a:t>
            </a:r>
            <a:endParaRPr lang="pt-BR" sz="1600" dirty="0">
              <a:solidFill>
                <a:srgbClr val="FF0000"/>
              </a:solidFill>
              <a:cs typeface="Calibri"/>
            </a:endParaRPr>
          </a:p>
          <a:p>
            <a:r>
              <a:rPr lang="pt-BR" sz="1600" dirty="0">
                <a:solidFill>
                  <a:srgbClr val="FF0000"/>
                </a:solidFill>
              </a:rPr>
              <a:t>- Uso de ferramentas e análise temporal</a:t>
            </a:r>
            <a:endParaRPr lang="pt-BR" sz="1600" dirty="0">
              <a:solidFill>
                <a:srgbClr val="FF0000"/>
              </a:solidFill>
              <a:cs typeface="Calibri"/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CaixaDeTexto 22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Análise de dados espaciais</a:t>
            </a:r>
            <a:endParaRPr lang="pt-BR"/>
          </a:p>
        </p:txBody>
      </p:sp>
      <p:pic>
        <p:nvPicPr>
          <p:cNvPr id="63" name="Imagem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73" y="55979"/>
            <a:ext cx="679111" cy="805664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01D2B847-D60C-5D43-E614-BF158566B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842414"/>
              </p:ext>
            </p:extLst>
          </p:nvPr>
        </p:nvGraphicFramePr>
        <p:xfrm>
          <a:off x="1190625" y="3055938"/>
          <a:ext cx="6318188" cy="19621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3199">
                  <a:extLst>
                    <a:ext uri="{9D8B030D-6E8A-4147-A177-3AD203B41FA5}">
                      <a16:colId xmlns:a16="http://schemas.microsoft.com/office/drawing/2014/main" val="1598744227"/>
                    </a:ext>
                  </a:extLst>
                </a:gridCol>
                <a:gridCol w="1913629">
                  <a:extLst>
                    <a:ext uri="{9D8B030D-6E8A-4147-A177-3AD203B41FA5}">
                      <a16:colId xmlns:a16="http://schemas.microsoft.com/office/drawing/2014/main" val="2291298824"/>
                    </a:ext>
                  </a:extLst>
                </a:gridCol>
                <a:gridCol w="3381360">
                  <a:extLst>
                    <a:ext uri="{9D8B030D-6E8A-4147-A177-3AD203B41FA5}">
                      <a16:colId xmlns:a16="http://schemas.microsoft.com/office/drawing/2014/main" val="1758841458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latin typeface="Arial,Tahoma"/>
                        </a:rPr>
                        <a:t>Análise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latin typeface="Arial,Tahoma"/>
                        </a:rPr>
                        <a:t>Pergunta Geral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latin typeface="Arial,Tahoma"/>
                        </a:rPr>
                        <a:t>Exemplo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26621"/>
                  </a:ext>
                </a:extLst>
              </a:tr>
              <a:tr h="10298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Condição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"O que está..."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a população desta cidade?"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767964"/>
                  </a:ext>
                </a:extLst>
              </a:tr>
              <a:tr h="17736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Localização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"Onde está...?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"Quais as áreas com declividade acima de 20%?"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113960"/>
                  </a:ext>
                </a:extLst>
              </a:tr>
              <a:tr h="17736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Tendência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"O que mudou...?"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"Esta terra era produtiva há 5 anos atrás?"</a:t>
                      </a:r>
                      <a:endParaRPr lang="pt-BR" sz="1000" dirty="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226410"/>
                  </a:ext>
                </a:extLst>
              </a:tr>
              <a:tr h="17736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Roteamento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"Por onde ir.. 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o melhor caminho para o metrô?"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943601"/>
                  </a:ext>
                </a:extLst>
              </a:tr>
              <a:tr h="17736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Padrões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o padrão....?"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a distribuição da dengue em Fortaleza?"</a:t>
                      </a:r>
                      <a:endParaRPr lang="pt-BR" sz="1000" dirty="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613884"/>
                  </a:ext>
                </a:extLst>
              </a:tr>
              <a:tr h="331852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Modelos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"O que acontece se...?"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o impacto no clima se desmatarmos a Amazônia?"</a:t>
                      </a:r>
                      <a:br>
                        <a:rPr lang="pt-BR" sz="1000" dirty="0">
                          <a:latin typeface="Arial,Tahoma"/>
                        </a:rPr>
                      </a:br>
                      <a:br>
                        <a:rPr lang="pt-BR" sz="1000" dirty="0">
                          <a:latin typeface="Arial,Tahoma"/>
                        </a:rPr>
                      </a:b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20445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40AB91A4-0656-E11E-ECB4-2F61FCCF80F5}"/>
              </a:ext>
            </a:extLst>
          </p:cNvPr>
          <p:cNvSpPr txBox="1"/>
          <p:nvPr/>
        </p:nvSpPr>
        <p:spPr>
          <a:xfrm>
            <a:off x="938212" y="1668462"/>
            <a:ext cx="695007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solidFill>
                  <a:srgbClr val="000080"/>
                </a:solidFill>
                <a:latin typeface="Arial"/>
                <a:cs typeface="Arial"/>
              </a:rPr>
              <a:t>O que é análise espacial?</a:t>
            </a:r>
          </a:p>
          <a:p>
            <a:pPr>
              <a:buFont typeface=""/>
              <a:buChar char="•"/>
            </a:pPr>
            <a:r>
              <a:rPr lang="en-US" sz="1200">
                <a:latin typeface="Arial"/>
                <a:cs typeface="Arial"/>
              </a:rPr>
              <a:t>Processos de análise espacial tratam dados geográficos que possuem uma localização geográfica (expressa como coordenadas em um mapa) e atributos descritivos (que podem ser representados num banco de dados convencional). Dados geográficos não existem sozinhos no espaço: tão importante quanto localizá-los é descobrir e representar as relações entre os diversos dados.</a:t>
            </a:r>
          </a:p>
          <a:p>
            <a:pPr>
              <a:buFont typeface=""/>
              <a:buChar char="•"/>
            </a:pPr>
            <a:r>
              <a:rPr lang="en-US" sz="1200">
                <a:latin typeface="Arial"/>
                <a:cs typeface="Arial"/>
              </a:rPr>
              <a:t>Processos de análise espacial típicos de SIG (adaptada de Maguire, 1991).</a:t>
            </a:r>
          </a:p>
          <a:p>
            <a:pPr algn="ctr"/>
            <a:r>
              <a:rPr lang="en-US" sz="1200">
                <a:solidFill>
                  <a:srgbClr val="000080"/>
                </a:solidFill>
                <a:latin typeface="Arial"/>
                <a:cs typeface="Arial"/>
              </a:rPr>
              <a:t>Exemplos de Análise Espacial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E3BB9BA-7289-4301-97E0-88B2CC8A970E}"/>
              </a:ext>
            </a:extLst>
          </p:cNvPr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E08C3CDE-5620-A2F6-8639-4C982A21783C}"/>
              </a:ext>
            </a:extLst>
          </p:cNvPr>
          <p:cNvSpPr/>
          <p:nvPr/>
        </p:nvSpPr>
        <p:spPr>
          <a:xfrm>
            <a:off x="0" y="4881890"/>
            <a:ext cx="4786403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900" dirty="0"/>
              <a:t>INPE – Instituto Nacional de Pesquisas Espaciais</a:t>
            </a:r>
          </a:p>
        </p:txBody>
      </p:sp>
    </p:spTree>
    <p:extLst>
      <p:ext uri="{BB962C8B-B14F-4D97-AF65-F5344CB8AC3E}">
        <p14:creationId xmlns:p14="http://schemas.microsoft.com/office/powerpoint/2010/main" val="364218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251520" y="590366"/>
            <a:ext cx="6336704" cy="8309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pt-BR" sz="1600" dirty="0">
              <a:solidFill>
                <a:srgbClr val="000000"/>
              </a:solidFill>
              <a:cs typeface="Calibri"/>
            </a:endParaRPr>
          </a:p>
          <a:p>
            <a:r>
              <a:rPr lang="pt-BR" sz="1600" u="sng" dirty="0">
                <a:solidFill>
                  <a:srgbClr val="000000"/>
                </a:solidFill>
              </a:rPr>
              <a:t>O que é análise espacial?</a:t>
            </a:r>
            <a:endParaRPr lang="pt-BR" dirty="0">
              <a:solidFill>
                <a:srgbClr val="000000"/>
              </a:solidFill>
            </a:endParaRPr>
          </a:p>
          <a:p>
            <a:r>
              <a:rPr lang="pt-BR" sz="1600" dirty="0">
                <a:solidFill>
                  <a:srgbClr val="000000"/>
                </a:solidFill>
              </a:rPr>
              <a:t>- Leitura da paisagem para análises espaciais</a:t>
            </a:r>
            <a:endParaRPr lang="pt-BR" sz="1600" dirty="0">
              <a:solidFill>
                <a:srgbClr val="000000"/>
              </a:solidFill>
              <a:cs typeface="Calibri"/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1" t="30100" r="1"/>
          <a:stretch/>
        </p:blipFill>
        <p:spPr>
          <a:xfrm>
            <a:off x="-108520" y="-164387"/>
            <a:ext cx="1456555" cy="813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CaixaDeTexto 22"/>
          <p:cNvSpPr txBox="1"/>
          <p:nvPr/>
        </p:nvSpPr>
        <p:spPr>
          <a:xfrm>
            <a:off x="1259631" y="51470"/>
            <a:ext cx="518457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b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Análise de dados espaciais</a:t>
            </a:r>
            <a:endParaRPr lang="pt-BR"/>
          </a:p>
        </p:txBody>
      </p:sp>
      <p:pic>
        <p:nvPicPr>
          <p:cNvPr id="63" name="Imagem 6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973" y="55979"/>
            <a:ext cx="679111" cy="805664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01D2B847-D60C-5D43-E614-BF158566B3C9}"/>
              </a:ext>
            </a:extLst>
          </p:cNvPr>
          <p:cNvGraphicFramePr>
            <a:graphicFrameLocks noGrp="1"/>
          </p:cNvGraphicFramePr>
          <p:nvPr/>
        </p:nvGraphicFramePr>
        <p:xfrm>
          <a:off x="1190625" y="3055938"/>
          <a:ext cx="6318188" cy="19621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23199">
                  <a:extLst>
                    <a:ext uri="{9D8B030D-6E8A-4147-A177-3AD203B41FA5}">
                      <a16:colId xmlns:a16="http://schemas.microsoft.com/office/drawing/2014/main" val="1598744227"/>
                    </a:ext>
                  </a:extLst>
                </a:gridCol>
                <a:gridCol w="1913629">
                  <a:extLst>
                    <a:ext uri="{9D8B030D-6E8A-4147-A177-3AD203B41FA5}">
                      <a16:colId xmlns:a16="http://schemas.microsoft.com/office/drawing/2014/main" val="2291298824"/>
                    </a:ext>
                  </a:extLst>
                </a:gridCol>
                <a:gridCol w="3381360">
                  <a:extLst>
                    <a:ext uri="{9D8B030D-6E8A-4147-A177-3AD203B41FA5}">
                      <a16:colId xmlns:a16="http://schemas.microsoft.com/office/drawing/2014/main" val="1758841458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latin typeface="Arial,Tahoma"/>
                        </a:rPr>
                        <a:t>Análise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latin typeface="Arial,Tahoma"/>
                        </a:rPr>
                        <a:t>Pergunta Geral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1" dirty="0">
                          <a:latin typeface="Arial,Tahoma"/>
                        </a:rPr>
                        <a:t>Exemplo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26621"/>
                  </a:ext>
                </a:extLst>
              </a:tr>
              <a:tr h="10298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Condição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"O que está..."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a população desta cidade?"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767964"/>
                  </a:ext>
                </a:extLst>
              </a:tr>
              <a:tr h="17736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Localização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"Onde está...?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"Quais as áreas com declividade acima de 20%?"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113960"/>
                  </a:ext>
                </a:extLst>
              </a:tr>
              <a:tr h="17736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Tendência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"O que mudou...?"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"Esta terra era produtiva há 5 anos atrás?"</a:t>
                      </a:r>
                      <a:endParaRPr lang="pt-BR" sz="1000" dirty="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226410"/>
                  </a:ext>
                </a:extLst>
              </a:tr>
              <a:tr h="17736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Roteamento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"Por onde ir.. 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o melhor caminho para o metrô?"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943601"/>
                  </a:ext>
                </a:extLst>
              </a:tr>
              <a:tr h="177369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Padrões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o padrão....?"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a distribuição da dengue em Fortaleza?"</a:t>
                      </a:r>
                      <a:endParaRPr lang="pt-BR" sz="1000" dirty="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613884"/>
                  </a:ext>
                </a:extLst>
              </a:tr>
              <a:tr h="331852"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Modelos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"O que acontece se...?"</a:t>
                      </a: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latin typeface="Arial,Tahoma"/>
                        </a:rPr>
                        <a:t>"Qual o impacto no clima se desmatarmos a Amazônia?"</a:t>
                      </a:r>
                      <a:br>
                        <a:rPr lang="pt-BR" sz="1000" dirty="0">
                          <a:latin typeface="Arial,Tahoma"/>
                        </a:rPr>
                      </a:br>
                      <a:br>
                        <a:rPr lang="pt-BR" sz="1000" dirty="0">
                          <a:latin typeface="Arial,Tahoma"/>
                        </a:rPr>
                      </a:br>
                      <a:endParaRPr lang="pt-BR" sz="1000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20445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40AB91A4-0656-E11E-ECB4-2F61FCCF80F5}"/>
              </a:ext>
            </a:extLst>
          </p:cNvPr>
          <p:cNvSpPr txBox="1"/>
          <p:nvPr/>
        </p:nvSpPr>
        <p:spPr>
          <a:xfrm>
            <a:off x="938212" y="1668462"/>
            <a:ext cx="695007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>
                <a:solidFill>
                  <a:srgbClr val="000080"/>
                </a:solidFill>
                <a:latin typeface="Arial"/>
                <a:cs typeface="Arial"/>
              </a:rPr>
              <a:t>O que é análise espacial?</a:t>
            </a:r>
          </a:p>
          <a:p>
            <a:pPr>
              <a:buFont typeface=""/>
              <a:buChar char="•"/>
            </a:pPr>
            <a:r>
              <a:rPr lang="en-US" sz="1200">
                <a:latin typeface="Arial"/>
                <a:cs typeface="Arial"/>
              </a:rPr>
              <a:t>Processos de análise espacial tratam dados geográficos que possuem uma localização geográfica (expressa como coordenadas em um mapa) e atributos descritivos (que podem ser representados num banco de dados convencional). Dados geográficos não existem sozinhos no espaço: tão importante quanto localizá-los é descobrir e representar as relações entre os diversos dados.</a:t>
            </a:r>
          </a:p>
          <a:p>
            <a:pPr>
              <a:buFont typeface=""/>
              <a:buChar char="•"/>
            </a:pPr>
            <a:r>
              <a:rPr lang="en-US" sz="1200">
                <a:latin typeface="Arial"/>
                <a:cs typeface="Arial"/>
              </a:rPr>
              <a:t>Processos de análise espacial típicos de SIG (adaptada de Maguire, 1991).</a:t>
            </a:r>
          </a:p>
          <a:p>
            <a:pPr algn="ctr"/>
            <a:r>
              <a:rPr lang="en-US" sz="1200">
                <a:solidFill>
                  <a:srgbClr val="000080"/>
                </a:solidFill>
                <a:latin typeface="Arial"/>
                <a:cs typeface="Arial"/>
              </a:rPr>
              <a:t>Exemplos de Análise Espacial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E3BB9BA-7289-4301-97E0-88B2CC8A970E}"/>
              </a:ext>
            </a:extLst>
          </p:cNvPr>
          <p:cNvCxnSpPr/>
          <p:nvPr/>
        </p:nvCxnSpPr>
        <p:spPr>
          <a:xfrm>
            <a:off x="0" y="4876006"/>
            <a:ext cx="442798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E08C3CDE-5620-A2F6-8639-4C982A21783C}"/>
              </a:ext>
            </a:extLst>
          </p:cNvPr>
          <p:cNvSpPr/>
          <p:nvPr/>
        </p:nvSpPr>
        <p:spPr>
          <a:xfrm>
            <a:off x="0" y="4881890"/>
            <a:ext cx="4786403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900" dirty="0"/>
              <a:t>Valentini et al. 2020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086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F146169D17F0E4BB5C5621F1BE629D1" ma:contentTypeVersion="15" ma:contentTypeDescription="Crie um novo documento." ma:contentTypeScope="" ma:versionID="9e8eda41218fe9e1d2474d104d761d76">
  <xsd:schema xmlns:xsd="http://www.w3.org/2001/XMLSchema" xmlns:xs="http://www.w3.org/2001/XMLSchema" xmlns:p="http://schemas.microsoft.com/office/2006/metadata/properties" xmlns:ns2="aeb728ec-0f04-4bc0-a218-f4767ab8dfa2" xmlns:ns3="e5792ae3-6f7c-4b85-9288-002260079e03" targetNamespace="http://schemas.microsoft.com/office/2006/metadata/properties" ma:root="true" ma:fieldsID="75ad5b89a3b0e2ec14dbaa7d97ab051f" ns2:_="" ns3:_="">
    <xsd:import namespace="aeb728ec-0f04-4bc0-a218-f4767ab8dfa2"/>
    <xsd:import namespace="e5792ae3-6f7c-4b85-9288-002260079e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b728ec-0f04-4bc0-a218-f4767ab8df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439537-a661-4c27-8fe4-74698d587d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792ae3-6f7c-4b85-9288-002260079e0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c9373286-d88b-4ce0-bb01-70edfa084ba5}" ma:internalName="TaxCatchAll" ma:showField="CatchAllData" ma:web="e5792ae3-6f7c-4b85-9288-002260079e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792ae3-6f7c-4b85-9288-002260079e03">
      <UserInfo>
        <DisplayName/>
        <AccountId xsi:nil="true"/>
        <AccountType/>
      </UserInfo>
    </SharedWithUsers>
    <lcf76f155ced4ddcb4097134ff3c332f xmlns="aeb728ec-0f04-4bc0-a218-f4767ab8dfa2">
      <Terms xmlns="http://schemas.microsoft.com/office/infopath/2007/PartnerControls"/>
    </lcf76f155ced4ddcb4097134ff3c332f>
    <TaxCatchAll xmlns="e5792ae3-6f7c-4b85-9288-002260079e0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A4EDCA-A2C5-4CAC-B12E-0B820A549C1F}">
  <ds:schemaRefs>
    <ds:schemaRef ds:uri="aeb728ec-0f04-4bc0-a218-f4767ab8dfa2"/>
    <ds:schemaRef ds:uri="e5792ae3-6f7c-4b85-9288-002260079e0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E75EEED-5B03-417D-8E73-6F51EA2BA18F}">
  <ds:schemaRefs>
    <ds:schemaRef ds:uri="http://schemas.microsoft.com/office/2006/metadata/properties"/>
    <ds:schemaRef ds:uri="http://schemas.microsoft.com/office/infopath/2007/PartnerControls"/>
    <ds:schemaRef ds:uri="e5792ae3-6f7c-4b85-9288-002260079e03"/>
    <ds:schemaRef ds:uri="aeb728ec-0f04-4bc0-a218-f4767ab8dfa2"/>
  </ds:schemaRefs>
</ds:datastoreItem>
</file>

<file path=customXml/itemProps3.xml><?xml version="1.0" encoding="utf-8"?>
<ds:datastoreItem xmlns:ds="http://schemas.openxmlformats.org/officeDocument/2006/customXml" ds:itemID="{7AB80208-6723-4FE7-89E2-0320190F16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4425</Words>
  <Application>Microsoft Office PowerPoint</Application>
  <PresentationFormat>Apresentação na tela (16:9)</PresentationFormat>
  <Paragraphs>527</Paragraphs>
  <Slides>30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Arial</vt:lpstr>
      <vt:lpstr>Arial,Sans-Serif</vt:lpstr>
      <vt:lpstr>Arial,Tahoma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GR5 - GEO</dc:creator>
  <cp:lastModifiedBy>Larissa Santos</cp:lastModifiedBy>
  <cp:revision>1114</cp:revision>
  <dcterms:created xsi:type="dcterms:W3CDTF">2022-09-29T16:56:53Z</dcterms:created>
  <dcterms:modified xsi:type="dcterms:W3CDTF">2025-11-30T18:37:07Z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38d5ca-cd4e-433d-8f2a-eee77df5cad2_Enabled">
    <vt:lpwstr>true</vt:lpwstr>
  </property>
  <property fmtid="{D5CDD505-2E9C-101B-9397-08002B2CF9AE}" pid="3" name="MSIP_Label_3738d5ca-cd4e-433d-8f2a-eee77df5cad2_SetDate">
    <vt:lpwstr>2023-10-07T14:06:39Z</vt:lpwstr>
  </property>
  <property fmtid="{D5CDD505-2E9C-101B-9397-08002B2CF9AE}" pid="4" name="MSIP_Label_3738d5ca-cd4e-433d-8f2a-eee77df5cad2_Method">
    <vt:lpwstr>Standard</vt:lpwstr>
  </property>
  <property fmtid="{D5CDD505-2E9C-101B-9397-08002B2CF9AE}" pid="5" name="MSIP_Label_3738d5ca-cd4e-433d-8f2a-eee77df5cad2_Name">
    <vt:lpwstr>defa4170-0d19-0005-0004-bc88714345d2</vt:lpwstr>
  </property>
  <property fmtid="{D5CDD505-2E9C-101B-9397-08002B2CF9AE}" pid="6" name="MSIP_Label_3738d5ca-cd4e-433d-8f2a-eee77df5cad2_SiteId">
    <vt:lpwstr>c14e2b56-c5bc-43bd-ad9c-408cf6cc3560</vt:lpwstr>
  </property>
  <property fmtid="{D5CDD505-2E9C-101B-9397-08002B2CF9AE}" pid="7" name="MSIP_Label_3738d5ca-cd4e-433d-8f2a-eee77df5cad2_ActionId">
    <vt:lpwstr>2c12cb36-f7e2-48df-939e-6082dc506da7</vt:lpwstr>
  </property>
  <property fmtid="{D5CDD505-2E9C-101B-9397-08002B2CF9AE}" pid="8" name="MSIP_Label_3738d5ca-cd4e-433d-8f2a-eee77df5cad2_ContentBits">
    <vt:lpwstr>0</vt:lpwstr>
  </property>
  <property fmtid="{D5CDD505-2E9C-101B-9397-08002B2CF9AE}" pid="9" name="Order">
    <vt:lpwstr>1469000.00000000</vt:lpwstr>
  </property>
  <property fmtid="{D5CDD505-2E9C-101B-9397-08002B2CF9AE}" pid="10" name="xd_ProgID">
    <vt:lpwstr/>
  </property>
  <property fmtid="{D5CDD505-2E9C-101B-9397-08002B2CF9AE}" pid="11" name="MediaServiceImageTags">
    <vt:lpwstr/>
  </property>
  <property fmtid="{D5CDD505-2E9C-101B-9397-08002B2CF9AE}" pid="12" name="ContentTypeId">
    <vt:lpwstr>0x0101001F146169D17F0E4BB5C5621F1BE629D1</vt:lpwstr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xd_Signature">
    <vt:lpwstr/>
  </property>
</Properties>
</file>